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60" r:id="rId3"/>
    <p:sldId id="261" r:id="rId4"/>
    <p:sldId id="257" r:id="rId5"/>
    <p:sldId id="258" r:id="rId6"/>
    <p:sldId id="259" r:id="rId7"/>
    <p:sldId id="267" r:id="rId8"/>
    <p:sldId id="269" r:id="rId9"/>
    <p:sldId id="268" r:id="rId10"/>
    <p:sldId id="262" r:id="rId11"/>
    <p:sldId id="263" r:id="rId12"/>
    <p:sldId id="270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EC213-CC3B-A14F-B341-50827965FFB4}" v="1" dt="2025-02-09T01:43:45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238" autoAdjust="0"/>
  </p:normalViewPr>
  <p:slideViewPr>
    <p:cSldViewPr snapToGrid="0">
      <p:cViewPr varScale="1">
        <p:scale>
          <a:sx n="108" d="100"/>
          <a:sy n="108" d="100"/>
        </p:scale>
        <p:origin x="1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al Sabyasachi (MS/EHM-TD-PJ1)" userId="b0405bf8-2b0b-40cc-9eb8-56f3c12ae731" providerId="ADAL" clId="{0B07886D-AFCC-43D0-B860-392CBC722A17}"/>
    <pc:docChg chg="undo custSel addSld delSld modSld sldOrd">
      <pc:chgData name="Ghosal Sabyasachi (MS/EHM-TD-PJ1)" userId="b0405bf8-2b0b-40cc-9eb8-56f3c12ae731" providerId="ADAL" clId="{0B07886D-AFCC-43D0-B860-392CBC722A17}" dt="2025-02-08T05:13:28.758" v="8941"/>
      <pc:docMkLst>
        <pc:docMk/>
      </pc:docMkLst>
      <pc:sldChg chg="add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908373571" sldId="256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2" creationId="{BFC23AA2-8A8E-4608-C0EC-83E36C068DC3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3" creationId="{43D0FA94-03BF-897A-F445-4DE947C4C7EB}"/>
          </ac:spMkLst>
        </pc:spChg>
        <pc:picChg chg="add mod">
          <ac:chgData name="Ghosal Sabyasachi (MS/EHM-TD-PJ1)" userId="b0405bf8-2b0b-40cc-9eb8-56f3c12ae731" providerId="ADAL" clId="{0B07886D-AFCC-43D0-B860-392CBC722A17}" dt="2025-02-07T05:08:18.046" v="6594" actId="1035"/>
          <ac:picMkLst>
            <pc:docMk/>
            <pc:sldMk cId="3908373571" sldId="256"/>
            <ac:picMk id="2050" creationId="{CD6CAAB3-6EDC-EFDE-FBE8-F1D41337CF76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7T05:06:30.276" v="6573" actId="1035"/>
        <pc:sldMkLst>
          <pc:docMk/>
          <pc:sldMk cId="2464424170" sldId="257"/>
        </pc:sldMkLst>
        <pc:spChg chg="add mod">
          <ac:chgData name="Ghosal Sabyasachi (MS/EHM-TD-PJ1)" userId="b0405bf8-2b0b-40cc-9eb8-56f3c12ae731" providerId="ADAL" clId="{0B07886D-AFCC-43D0-B860-392CBC722A17}" dt="2025-02-07T04:11:39.219" v="5739" actId="1076"/>
          <ac:spMkLst>
            <pc:docMk/>
            <pc:sldMk cId="2464424170" sldId="257"/>
            <ac:spMk id="37" creationId="{9A868294-D733-6BAC-488A-6B36E74F06B3}"/>
          </ac:spMkLst>
        </pc:spChg>
        <pc:spChg chg="add mod">
          <ac:chgData name="Ghosal Sabyasachi (MS/EHM-TD-PJ1)" userId="b0405bf8-2b0b-40cc-9eb8-56f3c12ae731" providerId="ADAL" clId="{0B07886D-AFCC-43D0-B860-392CBC722A17}" dt="2025-02-07T01:22:53.365" v="5284" actId="1076"/>
          <ac:spMkLst>
            <pc:docMk/>
            <pc:sldMk cId="2464424170" sldId="257"/>
            <ac:spMk id="38" creationId="{80A27D9D-A03D-3833-D666-0FC977541A48}"/>
          </ac:spMkLst>
        </pc:spChg>
        <pc:spChg chg="add mod">
          <ac:chgData name="Ghosal Sabyasachi (MS/EHM-TD-PJ1)" userId="b0405bf8-2b0b-40cc-9eb8-56f3c12ae731" providerId="ADAL" clId="{0B07886D-AFCC-43D0-B860-392CBC722A17}" dt="2025-02-07T01:22:48.841" v="5283" actId="1076"/>
          <ac:spMkLst>
            <pc:docMk/>
            <pc:sldMk cId="2464424170" sldId="257"/>
            <ac:spMk id="41" creationId="{65FE9267-5A04-D94B-7A77-BDA4A937A6D3}"/>
          </ac:spMkLst>
        </pc:spChg>
        <pc:spChg chg="add mod">
          <ac:chgData name="Ghosal Sabyasachi (MS/EHM-TD-PJ1)" userId="b0405bf8-2b0b-40cc-9eb8-56f3c12ae731" providerId="ADAL" clId="{0B07886D-AFCC-43D0-B860-392CBC722A17}" dt="2025-02-07T01:22:41.503" v="5282" actId="20577"/>
          <ac:spMkLst>
            <pc:docMk/>
            <pc:sldMk cId="2464424170" sldId="257"/>
            <ac:spMk id="43" creationId="{138B0C22-40BE-F4E5-6B03-D6A8C7C836F1}"/>
          </ac:spMkLst>
        </pc:spChg>
        <pc:picChg chg="add mod">
          <ac:chgData name="Ghosal Sabyasachi (MS/EHM-TD-PJ1)" userId="b0405bf8-2b0b-40cc-9eb8-56f3c12ae731" providerId="ADAL" clId="{0B07886D-AFCC-43D0-B860-392CBC722A17}" dt="2025-01-28T01:21:21.036" v="194" actId="1076"/>
          <ac:picMkLst>
            <pc:docMk/>
            <pc:sldMk cId="2464424170" sldId="257"/>
            <ac:picMk id="5" creationId="{CD97B131-69A5-E0C0-4DCC-F02904A1A9CC}"/>
          </ac:picMkLst>
        </pc:picChg>
        <pc:picChg chg="add mod">
          <ac:chgData name="Ghosal Sabyasachi (MS/EHM-TD-PJ1)" userId="b0405bf8-2b0b-40cc-9eb8-56f3c12ae731" providerId="ADAL" clId="{0B07886D-AFCC-43D0-B860-392CBC722A17}" dt="2025-02-07T05:06:30.276" v="6573" actId="1035"/>
          <ac:picMkLst>
            <pc:docMk/>
            <pc:sldMk cId="2464424170" sldId="257"/>
            <ac:picMk id="46" creationId="{1F5F21A3-5413-DB0D-42CC-2AFB76CDC653}"/>
          </ac:picMkLst>
        </pc:picChg>
        <pc:cxnChg chg="add">
          <ac:chgData name="Ghosal Sabyasachi (MS/EHM-TD-PJ1)" userId="b0405bf8-2b0b-40cc-9eb8-56f3c12ae731" providerId="ADAL" clId="{0B07886D-AFCC-43D0-B860-392CBC722A17}" dt="2025-01-28T01:21:46.077" v="196" actId="11529"/>
          <ac:cxnSpMkLst>
            <pc:docMk/>
            <pc:sldMk cId="2464424170" sldId="257"/>
            <ac:cxnSpMk id="21" creationId="{0B0F9E02-1A6D-A9EF-C045-58A59699C1D0}"/>
          </ac:cxnSpMkLst>
        </pc:cxnChg>
        <pc:cxnChg chg="add mod">
          <ac:chgData name="Ghosal Sabyasachi (MS/EHM-TD-PJ1)" userId="b0405bf8-2b0b-40cc-9eb8-56f3c12ae731" providerId="ADAL" clId="{0B07886D-AFCC-43D0-B860-392CBC722A17}" dt="2025-02-07T01:22:56.897" v="5286" actId="1037"/>
          <ac:cxnSpMkLst>
            <pc:docMk/>
            <pc:sldMk cId="2464424170" sldId="257"/>
            <ac:cxnSpMk id="22" creationId="{2715E8AE-561B-4908-3DE3-44124DE86F24}"/>
          </ac:cxnSpMkLst>
        </pc:cxnChg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2443561363" sldId="258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2443561363" sldId="258"/>
            <ac:spMk id="2" creationId="{3C008971-523D-42E0-48F7-AF0AC335972B}"/>
          </ac:spMkLst>
        </pc:spChg>
        <pc:spChg chg="add mod">
          <ac:chgData name="Ghosal Sabyasachi (MS/EHM-TD-PJ1)" userId="b0405bf8-2b0b-40cc-9eb8-56f3c12ae731" providerId="ADAL" clId="{0B07886D-AFCC-43D0-B860-392CBC722A17}" dt="2025-02-07T04:45:20.771" v="6307" actId="14100"/>
          <ac:spMkLst>
            <pc:docMk/>
            <pc:sldMk cId="2443561363" sldId="258"/>
            <ac:spMk id="7" creationId="{A06CD343-295C-E080-D058-9B1498A85980}"/>
          </ac:spMkLst>
        </pc:spChg>
        <pc:spChg chg="add mod">
          <ac:chgData name="Ghosal Sabyasachi (MS/EHM-TD-PJ1)" userId="b0405bf8-2b0b-40cc-9eb8-56f3c12ae731" providerId="ADAL" clId="{0B07886D-AFCC-43D0-B860-392CBC722A17}" dt="2025-02-07T05:09:07.282" v="6635" actId="20577"/>
          <ac:spMkLst>
            <pc:docMk/>
            <pc:sldMk cId="2443561363" sldId="258"/>
            <ac:spMk id="8" creationId="{4182A2C0-4CDA-2AFC-2CEA-3258CE046E75}"/>
          </ac:spMkLst>
        </pc:spChg>
        <pc:picChg chg="add mod">
          <ac:chgData name="Ghosal Sabyasachi (MS/EHM-TD-PJ1)" userId="b0405bf8-2b0b-40cc-9eb8-56f3c12ae731" providerId="ADAL" clId="{0B07886D-AFCC-43D0-B860-392CBC722A17}" dt="2025-02-07T05:09:17.227" v="6637" actId="14100"/>
          <ac:picMkLst>
            <pc:docMk/>
            <pc:sldMk cId="2443561363" sldId="258"/>
            <ac:picMk id="10" creationId="{52E9180D-552F-9D6E-93B8-56292FCC46C6}"/>
          </ac:picMkLst>
        </pc:picChg>
        <pc:picChg chg="add mod">
          <ac:chgData name="Ghosal Sabyasachi (MS/EHM-TD-PJ1)" userId="b0405bf8-2b0b-40cc-9eb8-56f3c12ae731" providerId="ADAL" clId="{0B07886D-AFCC-43D0-B860-392CBC722A17}" dt="2025-02-07T05:06:40.941" v="6577" actId="1035"/>
          <ac:picMkLst>
            <pc:docMk/>
            <pc:sldMk cId="2443561363" sldId="258"/>
            <ac:picMk id="11" creationId="{D8714190-ACF6-584E-A465-31E3959A08E1}"/>
          </ac:picMkLst>
        </pc:picChg>
        <pc:cxnChg chg="add mod">
          <ac:chgData name="Ghosal Sabyasachi (MS/EHM-TD-PJ1)" userId="b0405bf8-2b0b-40cc-9eb8-56f3c12ae731" providerId="ADAL" clId="{0B07886D-AFCC-43D0-B860-392CBC722A17}" dt="2025-02-07T05:08:55.075" v="6626" actId="1037"/>
          <ac:cxnSpMkLst>
            <pc:docMk/>
            <pc:sldMk cId="2443561363" sldId="258"/>
            <ac:cxnSpMk id="13" creationId="{D422B2B4-901B-F1E5-4E40-AE53DC74D7BB}"/>
          </ac:cxnSpMkLst>
        </pc:cxnChg>
      </pc:sldChg>
      <pc:sldChg chg="addSp delSp modSp new mod">
        <pc:chgData name="Ghosal Sabyasachi (MS/EHM-TD-PJ1)" userId="b0405bf8-2b0b-40cc-9eb8-56f3c12ae731" providerId="ADAL" clId="{0B07886D-AFCC-43D0-B860-392CBC722A17}" dt="2025-02-07T05:06:47.889" v="6581" actId="1037"/>
        <pc:sldMkLst>
          <pc:docMk/>
          <pc:sldMk cId="4069053536" sldId="259"/>
        </pc:sldMkLst>
        <pc:spChg chg="mod">
          <ac:chgData name="Ghosal Sabyasachi (MS/EHM-TD-PJ1)" userId="b0405bf8-2b0b-40cc-9eb8-56f3c12ae731" providerId="ADAL" clId="{0B07886D-AFCC-43D0-B860-392CBC722A17}" dt="2025-02-07T04:11:46.857" v="5742" actId="20577"/>
          <ac:spMkLst>
            <pc:docMk/>
            <pc:sldMk cId="4069053536" sldId="259"/>
            <ac:spMk id="2" creationId="{B0D46943-3514-649A-72AC-FB48E6F3F5D2}"/>
          </ac:spMkLst>
        </pc:spChg>
        <pc:spChg chg="add mod">
          <ac:chgData name="Ghosal Sabyasachi (MS/EHM-TD-PJ1)" userId="b0405bf8-2b0b-40cc-9eb8-56f3c12ae731" providerId="ADAL" clId="{0B07886D-AFCC-43D0-B860-392CBC722A17}" dt="2025-02-07T01:29:41.714" v="5388"/>
          <ac:spMkLst>
            <pc:docMk/>
            <pc:sldMk cId="4069053536" sldId="259"/>
            <ac:spMk id="4" creationId="{3EFC504E-08CC-4E91-E797-DAF25066578D}"/>
          </ac:spMkLst>
        </pc:spChg>
        <pc:spChg chg="add mod">
          <ac:chgData name="Ghosal Sabyasachi (MS/EHM-TD-PJ1)" userId="b0405bf8-2b0b-40cc-9eb8-56f3c12ae731" providerId="ADAL" clId="{0B07886D-AFCC-43D0-B860-392CBC722A17}" dt="2025-02-07T04:12:26.088" v="5750" actId="14100"/>
          <ac:spMkLst>
            <pc:docMk/>
            <pc:sldMk cId="4069053536" sldId="259"/>
            <ac:spMk id="7" creationId="{EF375C75-7330-19BD-18F8-286DEC6C3F4E}"/>
          </ac:spMkLst>
        </pc:spChg>
        <pc:spChg chg="add mod">
          <ac:chgData name="Ghosal Sabyasachi (MS/EHM-TD-PJ1)" userId="b0405bf8-2b0b-40cc-9eb8-56f3c12ae731" providerId="ADAL" clId="{0B07886D-AFCC-43D0-B860-392CBC722A17}" dt="2025-02-07T04:12:14.596" v="5748" actId="1076"/>
          <ac:spMkLst>
            <pc:docMk/>
            <pc:sldMk cId="4069053536" sldId="259"/>
            <ac:spMk id="11" creationId="{2355287B-84C2-0482-EDDB-4FC9C6A1D25C}"/>
          </ac:spMkLst>
        </pc:spChg>
        <pc:spChg chg="add mod">
          <ac:chgData name="Ghosal Sabyasachi (MS/EHM-TD-PJ1)" userId="b0405bf8-2b0b-40cc-9eb8-56f3c12ae731" providerId="ADAL" clId="{0B07886D-AFCC-43D0-B860-392CBC722A17}" dt="2025-02-07T04:12:31.104" v="5751" actId="14100"/>
          <ac:spMkLst>
            <pc:docMk/>
            <pc:sldMk cId="4069053536" sldId="259"/>
            <ac:spMk id="13" creationId="{77E24FC2-6F09-27DE-96DC-31C63A76263A}"/>
          </ac:spMkLst>
        </pc:spChg>
        <pc:spChg chg="add mod">
          <ac:chgData name="Ghosal Sabyasachi (MS/EHM-TD-PJ1)" userId="b0405bf8-2b0b-40cc-9eb8-56f3c12ae731" providerId="ADAL" clId="{0B07886D-AFCC-43D0-B860-392CBC722A17}" dt="2025-02-07T04:12:34.940" v="5752" actId="1076"/>
          <ac:spMkLst>
            <pc:docMk/>
            <pc:sldMk cId="4069053536" sldId="259"/>
            <ac:spMk id="17" creationId="{005BB8DB-4000-2CC1-4851-2C6211B8E630}"/>
          </ac:spMkLst>
        </pc:spChg>
        <pc:picChg chg="add mod">
          <ac:chgData name="Ghosal Sabyasachi (MS/EHM-TD-PJ1)" userId="b0405bf8-2b0b-40cc-9eb8-56f3c12ae731" providerId="ADAL" clId="{0B07886D-AFCC-43D0-B860-392CBC722A17}" dt="2025-02-07T05:06:47.889" v="6581" actId="1037"/>
          <ac:picMkLst>
            <pc:docMk/>
            <pc:sldMk cId="4069053536" sldId="259"/>
            <ac:picMk id="18" creationId="{874C1E07-7A3E-D2CF-6F25-D787EE62968D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80552459" sldId="260"/>
        </pc:sldMkLst>
        <pc:spChg chg="mod">
          <ac:chgData name="Ghosal Sabyasachi (MS/EHM-TD-PJ1)" userId="b0405bf8-2b0b-40cc-9eb8-56f3c12ae731" providerId="ADAL" clId="{0B07886D-AFCC-43D0-B860-392CBC722A17}" dt="2025-02-01T12:52:57.577" v="1401" actId="14100"/>
          <ac:spMkLst>
            <pc:docMk/>
            <pc:sldMk cId="380552459" sldId="260"/>
            <ac:spMk id="2" creationId="{0908ECB8-23AA-C698-DF0A-41662CCD557F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5" creationId="{312A406F-05D9-94F5-50B0-8D455D675374}"/>
          </ac:spMkLst>
        </pc:spChg>
        <pc:spChg chg="add mod">
          <ac:chgData name="Ghosal Sabyasachi (MS/EHM-TD-PJ1)" userId="b0405bf8-2b0b-40cc-9eb8-56f3c12ae731" providerId="ADAL" clId="{0B07886D-AFCC-43D0-B860-392CBC722A17}" dt="2025-02-01T12:30:16.545" v="1161" actId="20577"/>
          <ac:spMkLst>
            <pc:docMk/>
            <pc:sldMk cId="380552459" sldId="260"/>
            <ac:spMk id="6" creationId="{C694C3D9-EF05-6890-C6A2-CDD849D0C5D4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7" creationId="{3DEEFE9F-3D72-FB7D-418A-C136B8001443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8" creationId="{72A3E9AE-75FF-4877-65F3-8E4B89E1A54E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9" creationId="{A685686C-430A-80D6-DCA1-04C01B4622F2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0" creationId="{DA6F1354-3E16-7D31-3ED8-C79B2F1FD182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11" creationId="{9F96AED0-3783-8FD1-FF9E-92848A60F395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2" creationId="{A26B5B51-1310-02BE-55E3-16961E17BBB9}"/>
          </ac:spMkLst>
        </pc:spChg>
        <pc:spChg chg="add mod">
          <ac:chgData name="Ghosal Sabyasachi (MS/EHM-TD-PJ1)" userId="b0405bf8-2b0b-40cc-9eb8-56f3c12ae731" providerId="ADAL" clId="{0B07886D-AFCC-43D0-B860-392CBC722A17}" dt="2025-02-01T12:27:50.680" v="956" actId="1076"/>
          <ac:spMkLst>
            <pc:docMk/>
            <pc:sldMk cId="380552459" sldId="260"/>
            <ac:spMk id="13" creationId="{4A73321E-800C-290D-A8B9-33FD8F75DF9A}"/>
          </ac:spMkLst>
        </pc:spChg>
        <pc:spChg chg="add mod">
          <ac:chgData name="Ghosal Sabyasachi (MS/EHM-TD-PJ1)" userId="b0405bf8-2b0b-40cc-9eb8-56f3c12ae731" providerId="ADAL" clId="{0B07886D-AFCC-43D0-B860-392CBC722A17}" dt="2025-02-01T12:28:08.767" v="968" actId="113"/>
          <ac:spMkLst>
            <pc:docMk/>
            <pc:sldMk cId="380552459" sldId="260"/>
            <ac:spMk id="14" creationId="{F0F54797-7140-8336-753E-AA117E5CA53D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5" creationId="{5C286B9B-2065-B835-F94A-36A4D4593277}"/>
          </ac:spMkLst>
        </pc:spChg>
        <pc:spChg chg="add mod">
          <ac:chgData name="Ghosal Sabyasachi (MS/EHM-TD-PJ1)" userId="b0405bf8-2b0b-40cc-9eb8-56f3c12ae731" providerId="ADAL" clId="{0B07886D-AFCC-43D0-B860-392CBC722A17}" dt="2025-02-01T12:30:52.432" v="1200" actId="5793"/>
          <ac:spMkLst>
            <pc:docMk/>
            <pc:sldMk cId="380552459" sldId="260"/>
            <ac:spMk id="16" creationId="{C66565BF-569C-82C4-7448-188282A83B42}"/>
          </ac:spMkLst>
        </pc:spChg>
        <pc:spChg chg="add mod">
          <ac:chgData name="Ghosal Sabyasachi (MS/EHM-TD-PJ1)" userId="b0405bf8-2b0b-40cc-9eb8-56f3c12ae731" providerId="ADAL" clId="{0B07886D-AFCC-43D0-B860-392CBC722A17}" dt="2025-02-01T12:31:08.116" v="1203" actId="1076"/>
          <ac:spMkLst>
            <pc:docMk/>
            <pc:sldMk cId="380552459" sldId="260"/>
            <ac:spMk id="17" creationId="{301C88FE-EC1C-4712-A71E-58BE927FF06B}"/>
          </ac:spMkLst>
        </pc:spChg>
        <pc:spChg chg="add mod">
          <ac:chgData name="Ghosal Sabyasachi (MS/EHM-TD-PJ1)" userId="b0405bf8-2b0b-40cc-9eb8-56f3c12ae731" providerId="ADAL" clId="{0B07886D-AFCC-43D0-B860-392CBC722A17}" dt="2025-02-01T12:31:26.547" v="1209" actId="1076"/>
          <ac:spMkLst>
            <pc:docMk/>
            <pc:sldMk cId="380552459" sldId="260"/>
            <ac:spMk id="18" creationId="{DBFE8D5A-5651-0ACE-7353-A6AABA80A8C9}"/>
          </ac:spMkLst>
        </pc:spChg>
        <pc:graphicFrameChg chg="add mod modGraphic">
          <ac:chgData name="Ghosal Sabyasachi (MS/EHM-TD-PJ1)" userId="b0405bf8-2b0b-40cc-9eb8-56f3c12ae731" providerId="ADAL" clId="{0B07886D-AFCC-43D0-B860-392CBC722A17}" dt="2025-02-08T04:06:09.218" v="7805"/>
          <ac:graphicFrameMkLst>
            <pc:docMk/>
            <pc:sldMk cId="380552459" sldId="260"/>
            <ac:graphicFrameMk id="4" creationId="{D824BE8E-30F5-C8AB-BB2C-4757C343132C}"/>
          </ac:graphicFrameMkLst>
        </pc:graphicFrameChg>
        <pc:picChg chg="add mod">
          <ac:chgData name="Ghosal Sabyasachi (MS/EHM-TD-PJ1)" userId="b0405bf8-2b0b-40cc-9eb8-56f3c12ae731" providerId="ADAL" clId="{0B07886D-AFCC-43D0-B860-392CBC722A17}" dt="2025-02-07T05:08:22.019" v="6595" actId="1035"/>
          <ac:picMkLst>
            <pc:docMk/>
            <pc:sldMk cId="380552459" sldId="260"/>
            <ac:picMk id="20" creationId="{BA600771-BC0F-E8DE-1870-8CF671F3FBA6}"/>
          </ac:picMkLst>
        </pc:picChg>
      </pc:sldChg>
      <pc:sldChg chg="addSp modSp new mod">
        <pc:chgData name="Ghosal Sabyasachi (MS/EHM-TD-PJ1)" userId="b0405bf8-2b0b-40cc-9eb8-56f3c12ae731" providerId="ADAL" clId="{0B07886D-AFCC-43D0-B860-392CBC722A17}" dt="2025-02-07T05:06:12.508" v="6564"/>
        <pc:sldMkLst>
          <pc:docMk/>
          <pc:sldMk cId="2732896115" sldId="261"/>
        </pc:sldMkLst>
        <pc:spChg chg="mod">
          <ac:chgData name="Ghosal Sabyasachi (MS/EHM-TD-PJ1)" userId="b0405bf8-2b0b-40cc-9eb8-56f3c12ae731" providerId="ADAL" clId="{0B07886D-AFCC-43D0-B860-392CBC722A17}" dt="2025-02-01T12:53:05.195" v="1402" actId="14100"/>
          <ac:spMkLst>
            <pc:docMk/>
            <pc:sldMk cId="2732896115" sldId="261"/>
            <ac:spMk id="2" creationId="{3F7BCD95-1394-B348-FD95-506C969ABB88}"/>
          </ac:spMkLst>
        </pc:spChg>
        <pc:spChg chg="mod">
          <ac:chgData name="Ghosal Sabyasachi (MS/EHM-TD-PJ1)" userId="b0405bf8-2b0b-40cc-9eb8-56f3c12ae731" providerId="ADAL" clId="{0B07886D-AFCC-43D0-B860-392CBC722A17}" dt="2025-02-01T12:52:18.024" v="1394" actId="255"/>
          <ac:spMkLst>
            <pc:docMk/>
            <pc:sldMk cId="2732896115" sldId="261"/>
            <ac:spMk id="3" creationId="{F84672AF-13C7-D8C7-339F-D90D319B1740}"/>
          </ac:spMkLst>
        </pc:spChg>
        <pc:picChg chg="add mod">
          <ac:chgData name="Ghosal Sabyasachi (MS/EHM-TD-PJ1)" userId="b0405bf8-2b0b-40cc-9eb8-56f3c12ae731" providerId="ADAL" clId="{0B07886D-AFCC-43D0-B860-392CBC722A17}" dt="2025-02-07T05:06:12.508" v="6564"/>
          <ac:picMkLst>
            <pc:docMk/>
            <pc:sldMk cId="2732896115" sldId="261"/>
            <ac:picMk id="4" creationId="{EA99333E-6F4E-83DE-3273-D685DFC27A9E}"/>
          </ac:picMkLst>
        </pc:picChg>
      </pc:sldChg>
      <pc:sldChg chg="addSp delSp modSp new mod modNotesTx">
        <pc:chgData name="Ghosal Sabyasachi (MS/EHM-TD-PJ1)" userId="b0405bf8-2b0b-40cc-9eb8-56f3c12ae731" providerId="ADAL" clId="{0B07886D-AFCC-43D0-B860-392CBC722A17}" dt="2025-02-07T05:08:28.646" v="6597" actId="1036"/>
        <pc:sldMkLst>
          <pc:docMk/>
          <pc:sldMk cId="1192764720" sldId="262"/>
        </pc:sldMkLst>
        <pc:spChg chg="mod">
          <ac:chgData name="Ghosal Sabyasachi (MS/EHM-TD-PJ1)" userId="b0405bf8-2b0b-40cc-9eb8-56f3c12ae731" providerId="ADAL" clId="{0B07886D-AFCC-43D0-B860-392CBC722A17}" dt="2025-02-07T04:11:17.487" v="5732" actId="20577"/>
          <ac:spMkLst>
            <pc:docMk/>
            <pc:sldMk cId="1192764720" sldId="262"/>
            <ac:spMk id="2" creationId="{9EA82125-EB5B-3D65-C9A7-54629A811746}"/>
          </ac:spMkLst>
        </pc:spChg>
        <pc:spChg chg="add mod">
          <ac:chgData name="Ghosal Sabyasachi (MS/EHM-TD-PJ1)" userId="b0405bf8-2b0b-40cc-9eb8-56f3c12ae731" providerId="ADAL" clId="{0B07886D-AFCC-43D0-B860-392CBC722A17}" dt="2025-02-01T14:40:29.401" v="3828" actId="20577"/>
          <ac:spMkLst>
            <pc:docMk/>
            <pc:sldMk cId="1192764720" sldId="262"/>
            <ac:spMk id="4" creationId="{0FF5E263-C6B0-50E5-BEF7-6B43D32C512B}"/>
          </ac:spMkLst>
        </pc:spChg>
        <pc:spChg chg="add mod">
          <ac:chgData name="Ghosal Sabyasachi (MS/EHM-TD-PJ1)" userId="b0405bf8-2b0b-40cc-9eb8-56f3c12ae731" providerId="ADAL" clId="{0B07886D-AFCC-43D0-B860-392CBC722A17}" dt="2025-02-01T14:31:04.354" v="3538" actId="1076"/>
          <ac:spMkLst>
            <pc:docMk/>
            <pc:sldMk cId="1192764720" sldId="262"/>
            <ac:spMk id="7" creationId="{674E0549-1B4E-3AD0-9801-251A6E6F000C}"/>
          </ac:spMkLst>
        </pc:spChg>
        <pc:spChg chg="add mod">
          <ac:chgData name="Ghosal Sabyasachi (MS/EHM-TD-PJ1)" userId="b0405bf8-2b0b-40cc-9eb8-56f3c12ae731" providerId="ADAL" clId="{0B07886D-AFCC-43D0-B860-392CBC722A17}" dt="2025-02-01T14:36:34.709" v="3813" actId="1076"/>
          <ac:spMkLst>
            <pc:docMk/>
            <pc:sldMk cId="1192764720" sldId="262"/>
            <ac:spMk id="8" creationId="{07D038FA-4DE2-11A2-1246-5CE0D4AB010D}"/>
          </ac:spMkLst>
        </pc:spChg>
        <pc:spChg chg="add mod">
          <ac:chgData name="Ghosal Sabyasachi (MS/EHM-TD-PJ1)" userId="b0405bf8-2b0b-40cc-9eb8-56f3c12ae731" providerId="ADAL" clId="{0B07886D-AFCC-43D0-B860-392CBC722A17}" dt="2025-02-01T14:36:47.979" v="3816" actId="1076"/>
          <ac:spMkLst>
            <pc:docMk/>
            <pc:sldMk cId="1192764720" sldId="262"/>
            <ac:spMk id="9" creationId="{278024FF-9958-CAF8-E532-1BE8D7526694}"/>
          </ac:spMkLst>
        </pc:spChg>
        <pc:spChg chg="add mod">
          <ac:chgData name="Ghosal Sabyasachi (MS/EHM-TD-PJ1)" userId="b0405bf8-2b0b-40cc-9eb8-56f3c12ae731" providerId="ADAL" clId="{0B07886D-AFCC-43D0-B860-392CBC722A17}" dt="2025-02-01T14:36:39.373" v="3814" actId="1076"/>
          <ac:spMkLst>
            <pc:docMk/>
            <pc:sldMk cId="1192764720" sldId="262"/>
            <ac:spMk id="10" creationId="{3F976E65-9435-0B4B-AA0B-AC6F443A63EB}"/>
          </ac:spMkLst>
        </pc:spChg>
        <pc:spChg chg="add mod">
          <ac:chgData name="Ghosal Sabyasachi (MS/EHM-TD-PJ1)" userId="b0405bf8-2b0b-40cc-9eb8-56f3c12ae731" providerId="ADAL" clId="{0B07886D-AFCC-43D0-B860-392CBC722A17}" dt="2025-02-01T14:36:26.211" v="3812" actId="1036"/>
          <ac:spMkLst>
            <pc:docMk/>
            <pc:sldMk cId="1192764720" sldId="262"/>
            <ac:spMk id="15" creationId="{45CBDE31-0E5E-36C1-D570-E2AE2A4AF276}"/>
          </ac:spMkLst>
        </pc:spChg>
        <pc:spChg chg="add mod">
          <ac:chgData name="Ghosal Sabyasachi (MS/EHM-TD-PJ1)" userId="b0405bf8-2b0b-40cc-9eb8-56f3c12ae731" providerId="ADAL" clId="{0B07886D-AFCC-43D0-B860-392CBC722A17}" dt="2025-02-01T14:36:21.421" v="3796" actId="1037"/>
          <ac:spMkLst>
            <pc:docMk/>
            <pc:sldMk cId="1192764720" sldId="262"/>
            <ac:spMk id="16" creationId="{49F4E4B2-05A0-67AE-5591-474CFF6CEE60}"/>
          </ac:spMkLst>
        </pc:spChg>
        <pc:spChg chg="add mod">
          <ac:chgData name="Ghosal Sabyasachi (MS/EHM-TD-PJ1)" userId="b0405bf8-2b0b-40cc-9eb8-56f3c12ae731" providerId="ADAL" clId="{0B07886D-AFCC-43D0-B860-392CBC722A17}" dt="2025-02-01T14:36:03.208" v="3778" actId="1036"/>
          <ac:spMkLst>
            <pc:docMk/>
            <pc:sldMk cId="1192764720" sldId="262"/>
            <ac:spMk id="17" creationId="{B780CCCA-477A-BAA0-E94A-FCA28681F40B}"/>
          </ac:spMkLst>
        </pc:spChg>
        <pc:picChg chg="add mod">
          <ac:chgData name="Ghosal Sabyasachi (MS/EHM-TD-PJ1)" userId="b0405bf8-2b0b-40cc-9eb8-56f3c12ae731" providerId="ADAL" clId="{0B07886D-AFCC-43D0-B860-392CBC722A17}" dt="2025-02-07T05:08:28.646" v="6597" actId="1036"/>
          <ac:picMkLst>
            <pc:docMk/>
            <pc:sldMk cId="1192764720" sldId="262"/>
            <ac:picMk id="19" creationId="{E3367015-CA8A-E797-1283-F6BB84A41A5D}"/>
          </ac:picMkLst>
        </pc:picChg>
        <pc:picChg chg="add mod">
          <ac:chgData name="Ghosal Sabyasachi (MS/EHM-TD-PJ1)" userId="b0405bf8-2b0b-40cc-9eb8-56f3c12ae731" providerId="ADAL" clId="{0B07886D-AFCC-43D0-B860-392CBC722A17}" dt="2025-02-01T14:28:22.750" v="3373" actId="1076"/>
          <ac:picMkLst>
            <pc:docMk/>
            <pc:sldMk cId="1192764720" sldId="262"/>
            <ac:picMk id="4098" creationId="{C9090F38-43AC-81BD-6A11-5A6F2E8B86C3}"/>
          </ac:picMkLst>
        </pc:picChg>
        <pc:cxnChg chg="add mod">
          <ac:chgData name="Ghosal Sabyasachi (MS/EHM-TD-PJ1)" userId="b0405bf8-2b0b-40cc-9eb8-56f3c12ae731" providerId="ADAL" clId="{0B07886D-AFCC-43D0-B860-392CBC722A17}" dt="2025-02-01T14:36:47.979" v="3816" actId="1076"/>
          <ac:cxnSpMkLst>
            <pc:docMk/>
            <pc:sldMk cId="1192764720" sldId="262"/>
            <ac:cxnSpMk id="12" creationId="{DCFB08F1-E82E-48FC-9046-34D9C373932B}"/>
          </ac:cxnSpMkLst>
        </pc:cxnChg>
        <pc:cxnChg chg="add mod">
          <ac:chgData name="Ghosal Sabyasachi (MS/EHM-TD-PJ1)" userId="b0405bf8-2b0b-40cc-9eb8-56f3c12ae731" providerId="ADAL" clId="{0B07886D-AFCC-43D0-B860-392CBC722A17}" dt="2025-02-01T14:36:41.918" v="3815" actId="14100"/>
          <ac:cxnSpMkLst>
            <pc:docMk/>
            <pc:sldMk cId="1192764720" sldId="262"/>
            <ac:cxnSpMk id="14" creationId="{B8810088-5201-78A0-4DCE-9CC39886E74C}"/>
          </ac:cxnSpMkLst>
        </pc:cxnChg>
      </pc:sldChg>
      <pc:sldChg chg="addSp delSp modSp add mod">
        <pc:chgData name="Ghosal Sabyasachi (MS/EHM-TD-PJ1)" userId="b0405bf8-2b0b-40cc-9eb8-56f3c12ae731" providerId="ADAL" clId="{0B07886D-AFCC-43D0-B860-392CBC722A17}" dt="2025-02-07T05:06:27.275" v="6571" actId="1035"/>
        <pc:sldMkLst>
          <pc:docMk/>
          <pc:sldMk cId="2971069367" sldId="263"/>
        </pc:sldMkLst>
        <pc:spChg chg="mod">
          <ac:chgData name="Ghosal Sabyasachi (MS/EHM-TD-PJ1)" userId="b0405bf8-2b0b-40cc-9eb8-56f3c12ae731" providerId="ADAL" clId="{0B07886D-AFCC-43D0-B860-392CBC722A17}" dt="2025-02-07T04:11:22.067" v="5735" actId="20577"/>
          <ac:spMkLst>
            <pc:docMk/>
            <pc:sldMk cId="2971069367" sldId="263"/>
            <ac:spMk id="2" creationId="{9EA82125-EB5B-3D65-C9A7-54629A811746}"/>
          </ac:spMkLst>
        </pc:spChg>
        <pc:spChg chg="mod">
          <ac:chgData name="Ghosal Sabyasachi (MS/EHM-TD-PJ1)" userId="b0405bf8-2b0b-40cc-9eb8-56f3c12ae731" providerId="ADAL" clId="{0B07886D-AFCC-43D0-B860-392CBC722A17}" dt="2025-02-01T14:16:07.943" v="3145" actId="20577"/>
          <ac:spMkLst>
            <pc:docMk/>
            <pc:sldMk cId="2971069367" sldId="263"/>
            <ac:spMk id="3" creationId="{A44635E1-A27C-62D9-2DDA-B9B28E56B6E1}"/>
          </ac:spMkLst>
        </pc:spChg>
        <pc:spChg chg="add mod">
          <ac:chgData name="Ghosal Sabyasachi (MS/EHM-TD-PJ1)" userId="b0405bf8-2b0b-40cc-9eb8-56f3c12ae731" providerId="ADAL" clId="{0B07886D-AFCC-43D0-B860-392CBC722A17}" dt="2025-02-01T13:40:52.863" v="2137" actId="1076"/>
          <ac:spMkLst>
            <pc:docMk/>
            <pc:sldMk cId="2971069367" sldId="263"/>
            <ac:spMk id="9" creationId="{CDED1B94-74AE-5AA0-51D6-882266C016AD}"/>
          </ac:spMkLst>
        </pc:spChg>
        <pc:spChg chg="add mod">
          <ac:chgData name="Ghosal Sabyasachi (MS/EHM-TD-PJ1)" userId="b0405bf8-2b0b-40cc-9eb8-56f3c12ae731" providerId="ADAL" clId="{0B07886D-AFCC-43D0-B860-392CBC722A17}" dt="2025-02-01T13:37:43.731" v="2062" actId="114"/>
          <ac:spMkLst>
            <pc:docMk/>
            <pc:sldMk cId="2971069367" sldId="263"/>
            <ac:spMk id="10" creationId="{FF6DC597-578C-0AEA-DEFB-9BD405C2FCD8}"/>
          </ac:spMkLst>
        </pc:spChg>
        <pc:spChg chg="add mod">
          <ac:chgData name="Ghosal Sabyasachi (MS/EHM-TD-PJ1)" userId="b0405bf8-2b0b-40cc-9eb8-56f3c12ae731" providerId="ADAL" clId="{0B07886D-AFCC-43D0-B860-392CBC722A17}" dt="2025-02-01T13:41:10.815" v="2141" actId="1076"/>
          <ac:spMkLst>
            <pc:docMk/>
            <pc:sldMk cId="2971069367" sldId="263"/>
            <ac:spMk id="11" creationId="{0E22C162-999D-D8C1-C673-F2D169AAFA6B}"/>
          </ac:spMkLst>
        </pc:spChg>
        <pc:spChg chg="add mod">
          <ac:chgData name="Ghosal Sabyasachi (MS/EHM-TD-PJ1)" userId="b0405bf8-2b0b-40cc-9eb8-56f3c12ae731" providerId="ADAL" clId="{0B07886D-AFCC-43D0-B860-392CBC722A17}" dt="2025-02-01T13:37:46.723" v="2063" actId="114"/>
          <ac:spMkLst>
            <pc:docMk/>
            <pc:sldMk cId="2971069367" sldId="263"/>
            <ac:spMk id="12" creationId="{F44E53FE-75ED-2F0E-BA8A-720F2BD380A9}"/>
          </ac:spMkLst>
        </pc:spChg>
        <pc:spChg chg="add mod">
          <ac:chgData name="Ghosal Sabyasachi (MS/EHM-TD-PJ1)" userId="b0405bf8-2b0b-40cc-9eb8-56f3c12ae731" providerId="ADAL" clId="{0B07886D-AFCC-43D0-B860-392CBC722A17}" dt="2025-02-01T13:41:51.573" v="2177" actId="14100"/>
          <ac:spMkLst>
            <pc:docMk/>
            <pc:sldMk cId="2971069367" sldId="263"/>
            <ac:spMk id="18" creationId="{984F8A59-1881-CEE2-369B-EDE29EF73729}"/>
          </ac:spMkLst>
        </pc:spChg>
        <pc:spChg chg="add mod">
          <ac:chgData name="Ghosal Sabyasachi (MS/EHM-TD-PJ1)" userId="b0405bf8-2b0b-40cc-9eb8-56f3c12ae731" providerId="ADAL" clId="{0B07886D-AFCC-43D0-B860-392CBC722A17}" dt="2025-02-01T13:41:21.138" v="2152" actId="1076"/>
          <ac:spMkLst>
            <pc:docMk/>
            <pc:sldMk cId="2971069367" sldId="263"/>
            <ac:spMk id="23" creationId="{0296942C-3228-D6A2-341C-8830130185CC}"/>
          </ac:spMkLst>
        </pc:spChg>
        <pc:spChg chg="add mod">
          <ac:chgData name="Ghosal Sabyasachi (MS/EHM-TD-PJ1)" userId="b0405bf8-2b0b-40cc-9eb8-56f3c12ae731" providerId="ADAL" clId="{0B07886D-AFCC-43D0-B860-392CBC722A17}" dt="2025-02-01T13:41:07.486" v="2140" actId="1076"/>
          <ac:spMkLst>
            <pc:docMk/>
            <pc:sldMk cId="2971069367" sldId="263"/>
            <ac:spMk id="24" creationId="{C791C144-CE32-07C8-BC99-0CBE5830C7E3}"/>
          </ac:spMkLst>
        </pc:spChg>
        <pc:spChg chg="add mod">
          <ac:chgData name="Ghosal Sabyasachi (MS/EHM-TD-PJ1)" userId="b0405bf8-2b0b-40cc-9eb8-56f3c12ae731" providerId="ADAL" clId="{0B07886D-AFCC-43D0-B860-392CBC722A17}" dt="2025-02-01T13:41:01.061" v="2139" actId="1076"/>
          <ac:spMkLst>
            <pc:docMk/>
            <pc:sldMk cId="2971069367" sldId="263"/>
            <ac:spMk id="31" creationId="{B2CB3E43-69F8-680F-9608-67F040A0963E}"/>
          </ac:spMkLst>
        </pc:spChg>
        <pc:spChg chg="add mod">
          <ac:chgData name="Ghosal Sabyasachi (MS/EHM-TD-PJ1)" userId="b0405bf8-2b0b-40cc-9eb8-56f3c12ae731" providerId="ADAL" clId="{0B07886D-AFCC-43D0-B860-392CBC722A17}" dt="2025-02-01T14:02:27.865" v="2789" actId="1037"/>
          <ac:spMkLst>
            <pc:docMk/>
            <pc:sldMk cId="2971069367" sldId="263"/>
            <ac:spMk id="32" creationId="{4A0D993A-3103-6F64-B22A-F8E182E382E7}"/>
          </ac:spMkLst>
        </pc:spChg>
        <pc:spChg chg="add mod">
          <ac:chgData name="Ghosal Sabyasachi (MS/EHM-TD-PJ1)" userId="b0405bf8-2b0b-40cc-9eb8-56f3c12ae731" providerId="ADAL" clId="{0B07886D-AFCC-43D0-B860-392CBC722A17}" dt="2025-02-01T13:41:31.204" v="2163" actId="20577"/>
          <ac:spMkLst>
            <pc:docMk/>
            <pc:sldMk cId="2971069367" sldId="263"/>
            <ac:spMk id="38" creationId="{08D4A5F9-E53D-80B2-55C3-27A6D9958553}"/>
          </ac:spMkLst>
        </pc:spChg>
        <pc:spChg chg="add mod">
          <ac:chgData name="Ghosal Sabyasachi (MS/EHM-TD-PJ1)" userId="b0405bf8-2b0b-40cc-9eb8-56f3c12ae731" providerId="ADAL" clId="{0B07886D-AFCC-43D0-B860-392CBC722A17}" dt="2025-02-01T13:42:55.373" v="2248" actId="1076"/>
          <ac:spMkLst>
            <pc:docMk/>
            <pc:sldMk cId="2971069367" sldId="263"/>
            <ac:spMk id="39" creationId="{EEBB1171-C466-37C7-E1DC-AA11AFEA21F2}"/>
          </ac:spMkLst>
        </pc:spChg>
        <pc:spChg chg="add mod">
          <ac:chgData name="Ghosal Sabyasachi (MS/EHM-TD-PJ1)" userId="b0405bf8-2b0b-40cc-9eb8-56f3c12ae731" providerId="ADAL" clId="{0B07886D-AFCC-43D0-B860-392CBC722A17}" dt="2025-02-01T13:44:00.966" v="2308" actId="1076"/>
          <ac:spMkLst>
            <pc:docMk/>
            <pc:sldMk cId="2971069367" sldId="263"/>
            <ac:spMk id="41" creationId="{90F31B68-51B4-2599-87C3-170E140D35CE}"/>
          </ac:spMkLst>
        </pc:spChg>
        <pc:spChg chg="add mod">
          <ac:chgData name="Ghosal Sabyasachi (MS/EHM-TD-PJ1)" userId="b0405bf8-2b0b-40cc-9eb8-56f3c12ae731" providerId="ADAL" clId="{0B07886D-AFCC-43D0-B860-392CBC722A17}" dt="2025-02-01T14:00:13.656" v="2656" actId="20577"/>
          <ac:spMkLst>
            <pc:docMk/>
            <pc:sldMk cId="2971069367" sldId="263"/>
            <ac:spMk id="43" creationId="{5EE5D35C-97DF-ACBF-980D-2B3165F564D2}"/>
          </ac:spMkLst>
        </pc:spChg>
        <pc:spChg chg="add mod">
          <ac:chgData name="Ghosal Sabyasachi (MS/EHM-TD-PJ1)" userId="b0405bf8-2b0b-40cc-9eb8-56f3c12ae731" providerId="ADAL" clId="{0B07886D-AFCC-43D0-B860-392CBC722A17}" dt="2025-02-01T14:41:41.895" v="3906" actId="1076"/>
          <ac:spMkLst>
            <pc:docMk/>
            <pc:sldMk cId="2971069367" sldId="263"/>
            <ac:spMk id="45" creationId="{870AA295-363E-639B-3E93-FC14C0F3F23D}"/>
          </ac:spMkLst>
        </pc:spChg>
        <pc:spChg chg="add mod">
          <ac:chgData name="Ghosal Sabyasachi (MS/EHM-TD-PJ1)" userId="b0405bf8-2b0b-40cc-9eb8-56f3c12ae731" providerId="ADAL" clId="{0B07886D-AFCC-43D0-B860-392CBC722A17}" dt="2025-02-01T14:41:37.989" v="3905" actId="1076"/>
          <ac:spMkLst>
            <pc:docMk/>
            <pc:sldMk cId="2971069367" sldId="263"/>
            <ac:spMk id="46" creationId="{B7D490D1-1EDB-74FD-AB46-5A22C9205374}"/>
          </ac:spMkLst>
        </pc:spChg>
        <pc:spChg chg="add mod">
          <ac:chgData name="Ghosal Sabyasachi (MS/EHM-TD-PJ1)" userId="b0405bf8-2b0b-40cc-9eb8-56f3c12ae731" providerId="ADAL" clId="{0B07886D-AFCC-43D0-B860-392CBC722A17}" dt="2025-02-01T14:16:11.881" v="3146" actId="14100"/>
          <ac:spMkLst>
            <pc:docMk/>
            <pc:sldMk cId="2971069367" sldId="263"/>
            <ac:spMk id="47" creationId="{9FB5A4BA-D752-EF6C-8EEF-012F088B8870}"/>
          </ac:spMkLst>
        </pc:spChg>
        <pc:spChg chg="add mod">
          <ac:chgData name="Ghosal Sabyasachi (MS/EHM-TD-PJ1)" userId="b0405bf8-2b0b-40cc-9eb8-56f3c12ae731" providerId="ADAL" clId="{0B07886D-AFCC-43D0-B860-392CBC722A17}" dt="2025-02-01T14:27:09.464" v="3336" actId="1076"/>
          <ac:spMkLst>
            <pc:docMk/>
            <pc:sldMk cId="2971069367" sldId="263"/>
            <ac:spMk id="48" creationId="{572573BA-06EB-F3BA-A954-F87A3785EB12}"/>
          </ac:spMkLst>
        </pc:spChg>
        <pc:spChg chg="add mod">
          <ac:chgData name="Ghosal Sabyasachi (MS/EHM-TD-PJ1)" userId="b0405bf8-2b0b-40cc-9eb8-56f3c12ae731" providerId="ADAL" clId="{0B07886D-AFCC-43D0-B860-392CBC722A17}" dt="2025-02-01T14:41:45.899" v="3907" actId="1076"/>
          <ac:spMkLst>
            <pc:docMk/>
            <pc:sldMk cId="2971069367" sldId="263"/>
            <ac:spMk id="49" creationId="{AB58C051-6495-A794-3BE4-32DC4B6C8598}"/>
          </ac:spMkLst>
        </pc:spChg>
        <pc:spChg chg="add mod">
          <ac:chgData name="Ghosal Sabyasachi (MS/EHM-TD-PJ1)" userId="b0405bf8-2b0b-40cc-9eb8-56f3c12ae731" providerId="ADAL" clId="{0B07886D-AFCC-43D0-B860-392CBC722A17}" dt="2025-02-01T14:42:02.189" v="3911" actId="20577"/>
          <ac:spMkLst>
            <pc:docMk/>
            <pc:sldMk cId="2971069367" sldId="263"/>
            <ac:spMk id="50" creationId="{2EF6C934-56F7-FC5F-BC58-D1B88C30445D}"/>
          </ac:spMkLst>
        </pc:spChg>
        <pc:picChg chg="add mod">
          <ac:chgData name="Ghosal Sabyasachi (MS/EHM-TD-PJ1)" userId="b0405bf8-2b0b-40cc-9eb8-56f3c12ae731" providerId="ADAL" clId="{0B07886D-AFCC-43D0-B860-392CBC722A17}" dt="2025-02-01T14:15:27.394" v="3121" actId="1076"/>
          <ac:picMkLst>
            <pc:docMk/>
            <pc:sldMk cId="2971069367" sldId="263"/>
            <ac:picMk id="8" creationId="{38169E09-E5E6-8753-2BB0-CAA2AC6C4CE7}"/>
          </ac:picMkLst>
        </pc:picChg>
        <pc:picChg chg="add mod">
          <ac:chgData name="Ghosal Sabyasachi (MS/EHM-TD-PJ1)" userId="b0405bf8-2b0b-40cc-9eb8-56f3c12ae731" providerId="ADAL" clId="{0B07886D-AFCC-43D0-B860-392CBC722A17}" dt="2025-02-07T05:06:27.275" v="6571" actId="1035"/>
          <ac:picMkLst>
            <pc:docMk/>
            <pc:sldMk cId="2971069367" sldId="263"/>
            <ac:picMk id="51" creationId="{F731133D-C6E5-099F-1764-8C6E86AFCD2E}"/>
          </ac:picMkLst>
        </pc:picChg>
        <pc:cxnChg chg="add mod">
          <ac:chgData name="Ghosal Sabyasachi (MS/EHM-TD-PJ1)" userId="b0405bf8-2b0b-40cc-9eb8-56f3c12ae731" providerId="ADAL" clId="{0B07886D-AFCC-43D0-B860-392CBC722A17}" dt="2025-02-01T13:40:52.863" v="2137" actId="1076"/>
          <ac:cxnSpMkLst>
            <pc:docMk/>
            <pc:sldMk cId="2971069367" sldId="263"/>
            <ac:cxnSpMk id="14" creationId="{7CDEBB1B-A14A-86D3-28A9-F70E1EA18AEC}"/>
          </ac:cxnSpMkLst>
        </pc:cxnChg>
        <pc:cxnChg chg="add mod">
          <ac:chgData name="Ghosal Sabyasachi (MS/EHM-TD-PJ1)" userId="b0405bf8-2b0b-40cc-9eb8-56f3c12ae731" providerId="ADAL" clId="{0B07886D-AFCC-43D0-B860-392CBC722A17}" dt="2025-02-01T13:40:52.863" v="2137" actId="1076"/>
          <ac:cxnSpMkLst>
            <pc:docMk/>
            <pc:sldMk cId="2971069367" sldId="263"/>
            <ac:cxnSpMk id="16" creationId="{D2CD7E89-2C8E-62C8-BD74-D91F23A48E0A}"/>
          </ac:cxnSpMkLst>
        </pc:cxnChg>
        <pc:cxnChg chg="add mod">
          <ac:chgData name="Ghosal Sabyasachi (MS/EHM-TD-PJ1)" userId="b0405bf8-2b0b-40cc-9eb8-56f3c12ae731" providerId="ADAL" clId="{0B07886D-AFCC-43D0-B860-392CBC722A17}" dt="2025-02-01T13:41:10.815" v="2141" actId="1076"/>
          <ac:cxnSpMkLst>
            <pc:docMk/>
            <pc:sldMk cId="2971069367" sldId="263"/>
            <ac:cxnSpMk id="20" creationId="{C2B08F31-56B2-78F0-DA97-DCC632D6AAC2}"/>
          </ac:cxnSpMkLst>
        </pc:cxnChg>
        <pc:cxnChg chg="add mod">
          <ac:chgData name="Ghosal Sabyasachi (MS/EHM-TD-PJ1)" userId="b0405bf8-2b0b-40cc-9eb8-56f3c12ae731" providerId="ADAL" clId="{0B07886D-AFCC-43D0-B860-392CBC722A17}" dt="2025-02-01T13:41:07.486" v="2140" actId="1076"/>
          <ac:cxnSpMkLst>
            <pc:docMk/>
            <pc:sldMk cId="2971069367" sldId="263"/>
            <ac:cxnSpMk id="29" creationId="{B11AB08D-DB0A-F721-CB10-8F09C6667CBB}"/>
          </ac:cxnSpMkLst>
        </pc:cxnChg>
      </pc:sldChg>
      <pc:sldChg chg="addSp delSp modSp new del mod">
        <pc:chgData name="Ghosal Sabyasachi (MS/EHM-TD-PJ1)" userId="b0405bf8-2b0b-40cc-9eb8-56f3c12ae731" providerId="ADAL" clId="{0B07886D-AFCC-43D0-B860-392CBC722A17}" dt="2025-02-07T01:28:48.529" v="5382" actId="47"/>
        <pc:sldMkLst>
          <pc:docMk/>
          <pc:sldMk cId="3518236147" sldId="264"/>
        </pc:sldMkLst>
      </pc:sldChg>
      <pc:sldChg chg="addSp modSp new mod">
        <pc:chgData name="Ghosal Sabyasachi (MS/EHM-TD-PJ1)" userId="b0405bf8-2b0b-40cc-9eb8-56f3c12ae731" providerId="ADAL" clId="{0B07886D-AFCC-43D0-B860-392CBC722A17}" dt="2025-02-08T04:06:09.359" v="7806" actId="27636"/>
        <pc:sldMkLst>
          <pc:docMk/>
          <pc:sldMk cId="1222626253" sldId="265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1222626253" sldId="265"/>
            <ac:spMk id="2" creationId="{5B0B43CB-ABE1-ADB8-A777-01577764CB07}"/>
          </ac:spMkLst>
        </pc:spChg>
        <pc:spChg chg="mod">
          <ac:chgData name="Ghosal Sabyasachi (MS/EHM-TD-PJ1)" userId="b0405bf8-2b0b-40cc-9eb8-56f3c12ae731" providerId="ADAL" clId="{0B07886D-AFCC-43D0-B860-392CBC722A17}" dt="2025-02-08T04:06:09.359" v="7806" actId="27636"/>
          <ac:spMkLst>
            <pc:docMk/>
            <pc:sldMk cId="1222626253" sldId="265"/>
            <ac:spMk id="3" creationId="{C0F4CB52-D420-8207-67A6-B3F6AA9BCDA8}"/>
          </ac:spMkLst>
        </pc:spChg>
        <pc:picChg chg="add mod">
          <ac:chgData name="Ghosal Sabyasachi (MS/EHM-TD-PJ1)" userId="b0405bf8-2b0b-40cc-9eb8-56f3c12ae731" providerId="ADAL" clId="{0B07886D-AFCC-43D0-B860-392CBC722A17}" dt="2025-02-07T05:06:53.673" v="6584" actId="1037"/>
          <ac:picMkLst>
            <pc:docMk/>
            <pc:sldMk cId="1222626253" sldId="265"/>
            <ac:picMk id="4" creationId="{38205BCA-0195-D897-71C9-7405FDBBE043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745135982" sldId="266"/>
        </pc:sldMkLst>
        <pc:spChg chg="add del 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2" creationId="{57316D48-C084-A718-65E7-3D25A1ADF59C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3" creationId="{31F93DA6-B749-999C-C4EA-6A1C825525AE}"/>
          </ac:spMkLst>
        </pc:spChg>
        <pc:picChg chg="add mod">
          <ac:chgData name="Ghosal Sabyasachi (MS/EHM-TD-PJ1)" userId="b0405bf8-2b0b-40cc-9eb8-56f3c12ae731" providerId="ADAL" clId="{0B07886D-AFCC-43D0-B860-392CBC722A17}" dt="2025-02-07T05:08:11.181" v="6593" actId="1035"/>
          <ac:picMkLst>
            <pc:docMk/>
            <pc:sldMk cId="3745135982" sldId="266"/>
            <ac:picMk id="4" creationId="{ED8633E2-4C67-98CD-E88A-0622880A7A42}"/>
          </ac:picMkLst>
        </pc:picChg>
      </pc:sldChg>
      <pc:sldChg chg="addSp delSp modSp new mod ord">
        <pc:chgData name="Ghosal Sabyasachi (MS/EHM-TD-PJ1)" userId="b0405bf8-2b0b-40cc-9eb8-56f3c12ae731" providerId="ADAL" clId="{0B07886D-AFCC-43D0-B860-392CBC722A17}" dt="2025-02-08T05:13:23.552" v="8939" actId="1036"/>
        <pc:sldMkLst>
          <pc:docMk/>
          <pc:sldMk cId="2461276429" sldId="267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2461276429" sldId="267"/>
            <ac:spMk id="2" creationId="{B4E143AD-F30A-5B11-C2A6-D9205987CEBC}"/>
          </ac:spMkLst>
        </pc:spChg>
        <pc:spChg chg="add del mod">
          <ac:chgData name="Ghosal Sabyasachi (MS/EHM-TD-PJ1)" userId="b0405bf8-2b0b-40cc-9eb8-56f3c12ae731" providerId="ADAL" clId="{0B07886D-AFCC-43D0-B860-392CBC722A17}" dt="2025-02-08T04:42:56.738" v="8118" actId="478"/>
          <ac:spMkLst>
            <pc:docMk/>
            <pc:sldMk cId="2461276429" sldId="267"/>
            <ac:spMk id="4" creationId="{E614933D-A925-DEBF-77DC-C4556C52CD15}"/>
          </ac:spMkLst>
        </pc:spChg>
        <pc:spChg chg="add mod">
          <ac:chgData name="Ghosal Sabyasachi (MS/EHM-TD-PJ1)" userId="b0405bf8-2b0b-40cc-9eb8-56f3c12ae731" providerId="ADAL" clId="{0B07886D-AFCC-43D0-B860-392CBC722A17}" dt="2025-02-08T04:45:34.506" v="8149" actId="207"/>
          <ac:spMkLst>
            <pc:docMk/>
            <pc:sldMk cId="2461276429" sldId="267"/>
            <ac:spMk id="8" creationId="{38AAD74B-E7DE-7081-3971-FE7C17E3BE4C}"/>
          </ac:spMkLst>
        </pc:spChg>
        <pc:spChg chg="add mod">
          <ac:chgData name="Ghosal Sabyasachi (MS/EHM-TD-PJ1)" userId="b0405bf8-2b0b-40cc-9eb8-56f3c12ae731" providerId="ADAL" clId="{0B07886D-AFCC-43D0-B860-392CBC722A17}" dt="2025-02-08T04:46:25.876" v="8159" actId="1076"/>
          <ac:spMkLst>
            <pc:docMk/>
            <pc:sldMk cId="2461276429" sldId="267"/>
            <ac:spMk id="9" creationId="{C9479F12-C58C-6A7A-D8AB-84E70B7DD166}"/>
          </ac:spMkLst>
        </pc:spChg>
        <pc:spChg chg="add mod">
          <ac:chgData name="Ghosal Sabyasachi (MS/EHM-TD-PJ1)" userId="b0405bf8-2b0b-40cc-9eb8-56f3c12ae731" providerId="ADAL" clId="{0B07886D-AFCC-43D0-B860-392CBC722A17}" dt="2025-02-08T04:45:47.766" v="8153" actId="1076"/>
          <ac:spMkLst>
            <pc:docMk/>
            <pc:sldMk cId="2461276429" sldId="267"/>
            <ac:spMk id="10" creationId="{F81EC825-2AE3-6F66-AA89-98D9700E899B}"/>
          </ac:spMkLst>
        </pc:spChg>
        <pc:spChg chg="add mod">
          <ac:chgData name="Ghosal Sabyasachi (MS/EHM-TD-PJ1)" userId="b0405bf8-2b0b-40cc-9eb8-56f3c12ae731" providerId="ADAL" clId="{0B07886D-AFCC-43D0-B860-392CBC722A17}" dt="2025-02-08T04:46:14.549" v="8156" actId="207"/>
          <ac:spMkLst>
            <pc:docMk/>
            <pc:sldMk cId="2461276429" sldId="267"/>
            <ac:spMk id="11" creationId="{9DFFE0EF-337E-36C5-28E1-572D6AE42599}"/>
          </ac:spMkLst>
        </pc:spChg>
        <pc:spChg chg="add mod">
          <ac:chgData name="Ghosal Sabyasachi (MS/EHM-TD-PJ1)" userId="b0405bf8-2b0b-40cc-9eb8-56f3c12ae731" providerId="ADAL" clId="{0B07886D-AFCC-43D0-B860-392CBC722A17}" dt="2025-02-08T04:46:20.833" v="8158" actId="1076"/>
          <ac:spMkLst>
            <pc:docMk/>
            <pc:sldMk cId="2461276429" sldId="267"/>
            <ac:spMk id="12" creationId="{4C694119-7185-F9AF-1D3C-39F1427D3689}"/>
          </ac:spMkLst>
        </pc:spChg>
        <pc:spChg chg="add mod">
          <ac:chgData name="Ghosal Sabyasachi (MS/EHM-TD-PJ1)" userId="b0405bf8-2b0b-40cc-9eb8-56f3c12ae731" providerId="ADAL" clId="{0B07886D-AFCC-43D0-B860-392CBC722A17}" dt="2025-02-08T04:46:57.628" v="8167" actId="1076"/>
          <ac:spMkLst>
            <pc:docMk/>
            <pc:sldMk cId="2461276429" sldId="267"/>
            <ac:spMk id="13" creationId="{B97225DA-436F-C4AD-1529-04B91C7DE149}"/>
          </ac:spMkLst>
        </pc:spChg>
        <pc:picChg chg="add mod">
          <ac:chgData name="Ghosal Sabyasachi (MS/EHM-TD-PJ1)" userId="b0405bf8-2b0b-40cc-9eb8-56f3c12ae731" providerId="ADAL" clId="{0B07886D-AFCC-43D0-B860-392CBC722A17}" dt="2025-02-08T04:44:13.880" v="8123" actId="14100"/>
          <ac:picMkLst>
            <pc:docMk/>
            <pc:sldMk cId="2461276429" sldId="267"/>
            <ac:picMk id="6" creationId="{FFB4854C-4EF6-8D6A-7DC0-91C3FF60F15A}"/>
          </ac:picMkLst>
        </pc:picChg>
        <pc:picChg chg="add mod">
          <ac:chgData name="Ghosal Sabyasachi (MS/EHM-TD-PJ1)" userId="b0405bf8-2b0b-40cc-9eb8-56f3c12ae731" providerId="ADAL" clId="{0B07886D-AFCC-43D0-B860-392CBC722A17}" dt="2025-02-08T05:13:23.552" v="8939" actId="1036"/>
          <ac:picMkLst>
            <pc:docMk/>
            <pc:sldMk cId="2461276429" sldId="267"/>
            <ac:picMk id="14" creationId="{08CEA547-BAF0-4702-6061-4B6CD64B379B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8T05:13:28.758" v="8941"/>
        <pc:sldMkLst>
          <pc:docMk/>
          <pc:sldMk cId="1931755566" sldId="268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1931755566" sldId="268"/>
            <ac:spMk id="2" creationId="{509DBA49-D4B7-4F7E-E252-C8D6FC8910DE}"/>
          </ac:spMkLst>
        </pc:spChg>
        <pc:spChg chg="add mod">
          <ac:chgData name="Ghosal Sabyasachi (MS/EHM-TD-PJ1)" userId="b0405bf8-2b0b-40cc-9eb8-56f3c12ae731" providerId="ADAL" clId="{0B07886D-AFCC-43D0-B860-392CBC722A17}" dt="2025-02-08T04:02:43.580" v="7791" actId="1076"/>
          <ac:spMkLst>
            <pc:docMk/>
            <pc:sldMk cId="1931755566" sldId="268"/>
            <ac:spMk id="4" creationId="{1F0DBE81-05B0-6DE2-C10A-9B488AF51C55}"/>
          </ac:spMkLst>
        </pc:spChg>
        <pc:spChg chg="add del mod">
          <ac:chgData name="Ghosal Sabyasachi (MS/EHM-TD-PJ1)" userId="b0405bf8-2b0b-40cc-9eb8-56f3c12ae731" providerId="ADAL" clId="{0B07886D-AFCC-43D0-B860-392CBC722A17}" dt="2025-02-08T03:25:18.769" v="6695" actId="478"/>
          <ac:spMkLst>
            <pc:docMk/>
            <pc:sldMk cId="1931755566" sldId="268"/>
            <ac:spMk id="5" creationId="{74CAA33D-A2A8-891A-C36A-DC4FF8514D89}"/>
          </ac:spMkLst>
        </pc:spChg>
        <pc:spChg chg="add mod">
          <ac:chgData name="Ghosal Sabyasachi (MS/EHM-TD-PJ1)" userId="b0405bf8-2b0b-40cc-9eb8-56f3c12ae731" providerId="ADAL" clId="{0B07886D-AFCC-43D0-B860-392CBC722A17}" dt="2025-02-08T03:47:50.844" v="7339" actId="122"/>
          <ac:spMkLst>
            <pc:docMk/>
            <pc:sldMk cId="1931755566" sldId="268"/>
            <ac:spMk id="6" creationId="{D191D710-C950-1994-5BBC-3B7FF5C5C187}"/>
          </ac:spMkLst>
        </pc:spChg>
        <pc:spChg chg="add mod">
          <ac:chgData name="Ghosal Sabyasachi (MS/EHM-TD-PJ1)" userId="b0405bf8-2b0b-40cc-9eb8-56f3c12ae731" providerId="ADAL" clId="{0B07886D-AFCC-43D0-B860-392CBC722A17}" dt="2025-02-08T04:02:34.343" v="7789" actId="255"/>
          <ac:spMkLst>
            <pc:docMk/>
            <pc:sldMk cId="1931755566" sldId="268"/>
            <ac:spMk id="7" creationId="{A2F78192-1931-AAD2-0738-71C50C14697B}"/>
          </ac:spMkLst>
        </pc:spChg>
        <pc:spChg chg="add mod">
          <ac:chgData name="Ghosal Sabyasachi (MS/EHM-TD-PJ1)" userId="b0405bf8-2b0b-40cc-9eb8-56f3c12ae731" providerId="ADAL" clId="{0B07886D-AFCC-43D0-B860-392CBC722A17}" dt="2025-02-08T04:00:46.112" v="7752" actId="1076"/>
          <ac:spMkLst>
            <pc:docMk/>
            <pc:sldMk cId="1931755566" sldId="268"/>
            <ac:spMk id="11" creationId="{EDE11E65-A135-7576-8928-15002EEC737F}"/>
          </ac:spMkLst>
        </pc:spChg>
        <pc:spChg chg="add mod">
          <ac:chgData name="Ghosal Sabyasachi (MS/EHM-TD-PJ1)" userId="b0405bf8-2b0b-40cc-9eb8-56f3c12ae731" providerId="ADAL" clId="{0B07886D-AFCC-43D0-B860-392CBC722A17}" dt="2025-02-08T04:02:24.733" v="7788" actId="1076"/>
          <ac:spMkLst>
            <pc:docMk/>
            <pc:sldMk cId="1931755566" sldId="268"/>
            <ac:spMk id="14" creationId="{FEB77B97-53DB-97F4-1EFF-8645AB24566C}"/>
          </ac:spMkLst>
        </pc:spChg>
        <pc:spChg chg="add mod">
          <ac:chgData name="Ghosal Sabyasachi (MS/EHM-TD-PJ1)" userId="b0405bf8-2b0b-40cc-9eb8-56f3c12ae731" providerId="ADAL" clId="{0B07886D-AFCC-43D0-B860-392CBC722A17}" dt="2025-02-08T04:42:02.337" v="8117" actId="20577"/>
          <ac:spMkLst>
            <pc:docMk/>
            <pc:sldMk cId="1931755566" sldId="268"/>
            <ac:spMk id="15" creationId="{4883CE1D-2826-1754-7C93-B89C2BA8CB65}"/>
          </ac:spMkLst>
        </pc:spChg>
        <pc:picChg chg="add mod">
          <ac:chgData name="Ghosal Sabyasachi (MS/EHM-TD-PJ1)" userId="b0405bf8-2b0b-40cc-9eb8-56f3c12ae731" providerId="ADAL" clId="{0B07886D-AFCC-43D0-B860-392CBC722A17}" dt="2025-02-08T05:13:28.758" v="8941"/>
          <ac:picMkLst>
            <pc:docMk/>
            <pc:sldMk cId="1931755566" sldId="268"/>
            <ac:picMk id="16" creationId="{BA9593DA-BAEC-E7F5-D2B5-94FFE9A2CBD6}"/>
          </ac:picMkLst>
        </pc:picChg>
        <pc:cxnChg chg="add mod">
          <ac:chgData name="Ghosal Sabyasachi (MS/EHM-TD-PJ1)" userId="b0405bf8-2b0b-40cc-9eb8-56f3c12ae731" providerId="ADAL" clId="{0B07886D-AFCC-43D0-B860-392CBC722A17}" dt="2025-02-08T03:48:28.218" v="7383" actId="1038"/>
          <ac:cxnSpMkLst>
            <pc:docMk/>
            <pc:sldMk cId="1931755566" sldId="268"/>
            <ac:cxnSpMk id="9" creationId="{B2F3515E-52BA-8C5A-FB6D-8108A2907542}"/>
          </ac:cxnSpMkLst>
        </pc:cxnChg>
        <pc:cxnChg chg="add mod">
          <ac:chgData name="Ghosal Sabyasachi (MS/EHM-TD-PJ1)" userId="b0405bf8-2b0b-40cc-9eb8-56f3c12ae731" providerId="ADAL" clId="{0B07886D-AFCC-43D0-B860-392CBC722A17}" dt="2025-02-08T04:02:09.842" v="7783" actId="1036"/>
          <ac:cxnSpMkLst>
            <pc:docMk/>
            <pc:sldMk cId="1931755566" sldId="268"/>
            <ac:cxnSpMk id="13" creationId="{01DE2CF1-2098-E747-4C24-1033FD4B8A96}"/>
          </ac:cxnSpMkLst>
        </pc:cxnChg>
      </pc:sldChg>
      <pc:sldChg chg="addSp delSp modSp new mod">
        <pc:chgData name="Ghosal Sabyasachi (MS/EHM-TD-PJ1)" userId="b0405bf8-2b0b-40cc-9eb8-56f3c12ae731" providerId="ADAL" clId="{0B07886D-AFCC-43D0-B860-392CBC722A17}" dt="2025-02-08T05:13:26.528" v="8940"/>
        <pc:sldMkLst>
          <pc:docMk/>
          <pc:sldMk cId="2954931185" sldId="269"/>
        </pc:sldMkLst>
        <pc:spChg chg="mod">
          <ac:chgData name="Ghosal Sabyasachi (MS/EHM-TD-PJ1)" userId="b0405bf8-2b0b-40cc-9eb8-56f3c12ae731" providerId="ADAL" clId="{0B07886D-AFCC-43D0-B860-392CBC722A17}" dt="2025-02-08T04:47:30.727" v="8172"/>
          <ac:spMkLst>
            <pc:docMk/>
            <pc:sldMk cId="2954931185" sldId="269"/>
            <ac:spMk id="2" creationId="{BE4D774B-2329-2B57-7C48-A8D5C80B7996}"/>
          </ac:spMkLst>
        </pc:spChg>
        <pc:spChg chg="mod">
          <ac:chgData name="Ghosal Sabyasachi (MS/EHM-TD-PJ1)" userId="b0405bf8-2b0b-40cc-9eb8-56f3c12ae731" providerId="ADAL" clId="{0B07886D-AFCC-43D0-B860-392CBC722A17}" dt="2025-02-08T04:50:05.801" v="8284" actId="14100"/>
          <ac:spMkLst>
            <pc:docMk/>
            <pc:sldMk cId="2954931185" sldId="269"/>
            <ac:spMk id="3" creationId="{2C2EAB79-FFF8-9AEB-AF03-8D6155E6FC66}"/>
          </ac:spMkLst>
        </pc:spChg>
        <pc:spChg chg="add mod">
          <ac:chgData name="Ghosal Sabyasachi (MS/EHM-TD-PJ1)" userId="b0405bf8-2b0b-40cc-9eb8-56f3c12ae731" providerId="ADAL" clId="{0B07886D-AFCC-43D0-B860-392CBC722A17}" dt="2025-02-08T05:12:12.247" v="8937" actId="14100"/>
          <ac:spMkLst>
            <pc:docMk/>
            <pc:sldMk cId="2954931185" sldId="269"/>
            <ac:spMk id="4" creationId="{B30E19DA-F5B5-8980-275F-64B5CC7CC759}"/>
          </ac:spMkLst>
        </pc:spChg>
        <pc:spChg chg="add mod">
          <ac:chgData name="Ghosal Sabyasachi (MS/EHM-TD-PJ1)" userId="b0405bf8-2b0b-40cc-9eb8-56f3c12ae731" providerId="ADAL" clId="{0B07886D-AFCC-43D0-B860-392CBC722A17}" dt="2025-02-08T05:12:07.501" v="8936" actId="1076"/>
          <ac:spMkLst>
            <pc:docMk/>
            <pc:sldMk cId="2954931185" sldId="269"/>
            <ac:spMk id="6" creationId="{B7C2878F-AAA3-4517-86FE-C19C3576E30C}"/>
          </ac:spMkLst>
        </pc:spChg>
        <pc:spChg chg="add mod">
          <ac:chgData name="Ghosal Sabyasachi (MS/EHM-TD-PJ1)" userId="b0405bf8-2b0b-40cc-9eb8-56f3c12ae731" providerId="ADAL" clId="{0B07886D-AFCC-43D0-B860-392CBC722A17}" dt="2025-02-08T05:03:30.464" v="8860" actId="14100"/>
          <ac:spMkLst>
            <pc:docMk/>
            <pc:sldMk cId="2954931185" sldId="269"/>
            <ac:spMk id="15" creationId="{5F30EB3F-C6F4-BA2D-72CC-DC7BA5110D67}"/>
          </ac:spMkLst>
        </pc:spChg>
        <pc:spChg chg="add mod">
          <ac:chgData name="Ghosal Sabyasachi (MS/EHM-TD-PJ1)" userId="b0405bf8-2b0b-40cc-9eb8-56f3c12ae731" providerId="ADAL" clId="{0B07886D-AFCC-43D0-B860-392CBC722A17}" dt="2025-02-08T05:03:33.709" v="8861" actId="14100"/>
          <ac:spMkLst>
            <pc:docMk/>
            <pc:sldMk cId="2954931185" sldId="269"/>
            <ac:spMk id="16" creationId="{055E31D0-4301-CA00-C95B-2607327C6249}"/>
          </ac:spMkLst>
        </pc:spChg>
        <pc:spChg chg="add mod">
          <ac:chgData name="Ghosal Sabyasachi (MS/EHM-TD-PJ1)" userId="b0405bf8-2b0b-40cc-9eb8-56f3c12ae731" providerId="ADAL" clId="{0B07886D-AFCC-43D0-B860-392CBC722A17}" dt="2025-02-08T05:00:57.175" v="8711" actId="255"/>
          <ac:spMkLst>
            <pc:docMk/>
            <pc:sldMk cId="2954931185" sldId="269"/>
            <ac:spMk id="17" creationId="{DFD7ACC2-C1BF-1E20-EE38-9C27866F36AA}"/>
          </ac:spMkLst>
        </pc:spChg>
        <pc:spChg chg="add mod">
          <ac:chgData name="Ghosal Sabyasachi (MS/EHM-TD-PJ1)" userId="b0405bf8-2b0b-40cc-9eb8-56f3c12ae731" providerId="ADAL" clId="{0B07886D-AFCC-43D0-B860-392CBC722A17}" dt="2025-02-08T05:01:04.341" v="8733" actId="1076"/>
          <ac:spMkLst>
            <pc:docMk/>
            <pc:sldMk cId="2954931185" sldId="269"/>
            <ac:spMk id="18" creationId="{DC2E2012-C3B9-2180-77DB-8A50799F8B32}"/>
          </ac:spMkLst>
        </pc:spChg>
        <pc:spChg chg="add del">
          <ac:chgData name="Ghosal Sabyasachi (MS/EHM-TD-PJ1)" userId="b0405bf8-2b0b-40cc-9eb8-56f3c12ae731" providerId="ADAL" clId="{0B07886D-AFCC-43D0-B860-392CBC722A17}" dt="2025-02-08T05:01:13.958" v="8735" actId="478"/>
          <ac:spMkLst>
            <pc:docMk/>
            <pc:sldMk cId="2954931185" sldId="269"/>
            <ac:spMk id="19" creationId="{50BEF76B-EA2D-3B49-2BB4-2E215CAA4CA4}"/>
          </ac:spMkLst>
        </pc:spChg>
        <pc:spChg chg="add mod">
          <ac:chgData name="Ghosal Sabyasachi (MS/EHM-TD-PJ1)" userId="b0405bf8-2b0b-40cc-9eb8-56f3c12ae731" providerId="ADAL" clId="{0B07886D-AFCC-43D0-B860-392CBC722A17}" dt="2025-02-08T05:02:12.731" v="8859" actId="20577"/>
          <ac:spMkLst>
            <pc:docMk/>
            <pc:sldMk cId="2954931185" sldId="269"/>
            <ac:spMk id="20" creationId="{D3FDFDF5-8D33-AF2A-955B-2049BAA55BD3}"/>
          </ac:spMkLst>
        </pc:spChg>
        <pc:spChg chg="add mod">
          <ac:chgData name="Ghosal Sabyasachi (MS/EHM-TD-PJ1)" userId="b0405bf8-2b0b-40cc-9eb8-56f3c12ae731" providerId="ADAL" clId="{0B07886D-AFCC-43D0-B860-392CBC722A17}" dt="2025-02-08T05:11:40.357" v="8928" actId="14100"/>
          <ac:spMkLst>
            <pc:docMk/>
            <pc:sldMk cId="2954931185" sldId="269"/>
            <ac:spMk id="28" creationId="{632A9869-86FD-5B9C-2732-A413EA966082}"/>
          </ac:spMkLst>
        </pc:spChg>
        <pc:spChg chg="add del mod">
          <ac:chgData name="Ghosal Sabyasachi (MS/EHM-TD-PJ1)" userId="b0405bf8-2b0b-40cc-9eb8-56f3c12ae731" providerId="ADAL" clId="{0B07886D-AFCC-43D0-B860-392CBC722A17}" dt="2025-02-08T05:11:36.056" v="8927" actId="478"/>
          <ac:spMkLst>
            <pc:docMk/>
            <pc:sldMk cId="2954931185" sldId="269"/>
            <ac:spMk id="31" creationId="{CAE97BA7-C7A3-54FE-3E67-F3EC448A132D}"/>
          </ac:spMkLst>
        </pc:spChg>
        <pc:spChg chg="add mod">
          <ac:chgData name="Ghosal Sabyasachi (MS/EHM-TD-PJ1)" userId="b0405bf8-2b0b-40cc-9eb8-56f3c12ae731" providerId="ADAL" clId="{0B07886D-AFCC-43D0-B860-392CBC722A17}" dt="2025-02-08T05:12:03.039" v="8935" actId="1076"/>
          <ac:spMkLst>
            <pc:docMk/>
            <pc:sldMk cId="2954931185" sldId="269"/>
            <ac:spMk id="32" creationId="{71F9D3F5-C2AE-9A62-6C1D-D59EF6A2AE3E}"/>
          </ac:spMkLst>
        </pc:spChg>
        <pc:spChg chg="add mod">
          <ac:chgData name="Ghosal Sabyasachi (MS/EHM-TD-PJ1)" userId="b0405bf8-2b0b-40cc-9eb8-56f3c12ae731" providerId="ADAL" clId="{0B07886D-AFCC-43D0-B860-392CBC722A17}" dt="2025-02-08T05:11:50.330" v="8931" actId="1076"/>
          <ac:spMkLst>
            <pc:docMk/>
            <pc:sldMk cId="2954931185" sldId="269"/>
            <ac:spMk id="33" creationId="{62050FA2-0FB8-1E72-A4EA-0EB8806E5515}"/>
          </ac:spMkLst>
        </pc:spChg>
        <pc:picChg chg="add mod">
          <ac:chgData name="Ghosal Sabyasachi (MS/EHM-TD-PJ1)" userId="b0405bf8-2b0b-40cc-9eb8-56f3c12ae731" providerId="ADAL" clId="{0B07886D-AFCC-43D0-B860-392CBC722A17}" dt="2025-02-08T05:06:43.419" v="8870" actId="1076"/>
          <ac:picMkLst>
            <pc:docMk/>
            <pc:sldMk cId="2954931185" sldId="269"/>
            <ac:picMk id="24" creationId="{E065366C-E587-4E48-BA9D-6E5C7A641174}"/>
          </ac:picMkLst>
        </pc:picChg>
        <pc:picChg chg="add mod">
          <ac:chgData name="Ghosal Sabyasachi (MS/EHM-TD-PJ1)" userId="b0405bf8-2b0b-40cc-9eb8-56f3c12ae731" providerId="ADAL" clId="{0B07886D-AFCC-43D0-B860-392CBC722A17}" dt="2025-02-08T05:10:01.337" v="8909" actId="1076"/>
          <ac:picMkLst>
            <pc:docMk/>
            <pc:sldMk cId="2954931185" sldId="269"/>
            <ac:picMk id="35" creationId="{C263A81E-7051-456F-34B7-F5657E49771B}"/>
          </ac:picMkLst>
        </pc:picChg>
        <pc:picChg chg="add mod">
          <ac:chgData name="Ghosal Sabyasachi (MS/EHM-TD-PJ1)" userId="b0405bf8-2b0b-40cc-9eb8-56f3c12ae731" providerId="ADAL" clId="{0B07886D-AFCC-43D0-B860-392CBC722A17}" dt="2025-02-08T05:13:26.528" v="8940"/>
          <ac:picMkLst>
            <pc:docMk/>
            <pc:sldMk cId="2954931185" sldId="269"/>
            <ac:picMk id="39" creationId="{507A5A58-387D-84CC-12DC-862FC0156F3F}"/>
          </ac:picMkLst>
        </pc:picChg>
        <pc:cxnChg chg="add mod">
          <ac:chgData name="Ghosal Sabyasachi (MS/EHM-TD-PJ1)" userId="b0405bf8-2b0b-40cc-9eb8-56f3c12ae731" providerId="ADAL" clId="{0B07886D-AFCC-43D0-B860-392CBC722A17}" dt="2025-02-08T05:12:12.247" v="8937" actId="14100"/>
          <ac:cxnSpMkLst>
            <pc:docMk/>
            <pc:sldMk cId="2954931185" sldId="269"/>
            <ac:cxnSpMk id="8" creationId="{BE87ADC3-E04E-E86E-2E1C-D21FC5C5D02F}"/>
          </ac:cxnSpMkLst>
        </pc:cxnChg>
        <pc:cxnChg chg="add">
          <ac:chgData name="Ghosal Sabyasachi (MS/EHM-TD-PJ1)" userId="b0405bf8-2b0b-40cc-9eb8-56f3c12ae731" providerId="ADAL" clId="{0B07886D-AFCC-43D0-B860-392CBC722A17}" dt="2025-02-08T05:03:43.193" v="8862" actId="11529"/>
          <ac:cxnSpMkLst>
            <pc:docMk/>
            <pc:sldMk cId="2954931185" sldId="269"/>
            <ac:cxnSpMk id="22" creationId="{F9D14787-DC1F-E817-36CC-10050F3E1BDD}"/>
          </ac:cxnSpMkLst>
        </pc:cxnChg>
        <pc:cxnChg chg="add mod">
          <ac:chgData name="Ghosal Sabyasachi (MS/EHM-TD-PJ1)" userId="b0405bf8-2b0b-40cc-9eb8-56f3c12ae731" providerId="ADAL" clId="{0B07886D-AFCC-43D0-B860-392CBC722A17}" dt="2025-02-08T05:11:59.755" v="8934" actId="14100"/>
          <ac:cxnSpMkLst>
            <pc:docMk/>
            <pc:sldMk cId="2954931185" sldId="269"/>
            <ac:cxnSpMk id="26" creationId="{564B36AD-AB50-A6B8-2FB8-D5A5FA48B9C0}"/>
          </ac:cxnSpMkLst>
        </pc:cxnChg>
      </pc:sldChg>
    </pc:docChg>
  </pc:docChgLst>
  <pc:docChgLst>
    <pc:chgData name="Ghosal Sabyasachi (MS/EHM-TD-PJ1)" userId="b0405bf8-2b0b-40cc-9eb8-56f3c12ae731" providerId="ADAL" clId="{59CEC213-CC3B-A14F-B341-50827965FFB4}"/>
    <pc:docChg chg="undo custSel addSld modSld sldOrd">
      <pc:chgData name="Ghosal Sabyasachi (MS/EHM-TD-PJ1)" userId="b0405bf8-2b0b-40cc-9eb8-56f3c12ae731" providerId="ADAL" clId="{59CEC213-CC3B-A14F-B341-50827965FFB4}" dt="2025-02-09T05:46:40.137" v="219" actId="20577"/>
      <pc:docMkLst>
        <pc:docMk/>
      </pc:docMkLst>
      <pc:sldChg chg="modSp mod ord">
        <pc:chgData name="Ghosal Sabyasachi (MS/EHM-TD-PJ1)" userId="b0405bf8-2b0b-40cc-9eb8-56f3c12ae731" providerId="ADAL" clId="{59CEC213-CC3B-A14F-B341-50827965FFB4}" dt="2025-02-09T04:37:20.244" v="52" actId="1076"/>
        <pc:sldMkLst>
          <pc:docMk/>
          <pc:sldMk cId="2464424170" sldId="257"/>
        </pc:sldMkLst>
        <pc:spChg chg="mod">
          <ac:chgData name="Ghosal Sabyasachi (MS/EHM-TD-PJ1)" userId="b0405bf8-2b0b-40cc-9eb8-56f3c12ae731" providerId="ADAL" clId="{59CEC213-CC3B-A14F-B341-50827965FFB4}" dt="2025-02-09T03:43:51.410" v="23" actId="20577"/>
          <ac:spMkLst>
            <pc:docMk/>
            <pc:sldMk cId="2464424170" sldId="257"/>
            <ac:spMk id="37" creationId="{9A868294-D733-6BAC-488A-6B36E74F06B3}"/>
          </ac:spMkLst>
        </pc:spChg>
        <pc:spChg chg="mod">
          <ac:chgData name="Ghosal Sabyasachi (MS/EHM-TD-PJ1)" userId="b0405bf8-2b0b-40cc-9eb8-56f3c12ae731" providerId="ADAL" clId="{59CEC213-CC3B-A14F-B341-50827965FFB4}" dt="2025-02-09T04:37:20.244" v="52" actId="1076"/>
          <ac:spMkLst>
            <pc:docMk/>
            <pc:sldMk cId="2464424170" sldId="257"/>
            <ac:spMk id="41" creationId="{65FE9267-5A04-D94B-7A77-BDA4A937A6D3}"/>
          </ac:spMkLst>
        </pc:spChg>
        <pc:cxnChg chg="mod">
          <ac:chgData name="Ghosal Sabyasachi (MS/EHM-TD-PJ1)" userId="b0405bf8-2b0b-40cc-9eb8-56f3c12ae731" providerId="ADAL" clId="{59CEC213-CC3B-A14F-B341-50827965FFB4}" dt="2025-02-09T04:37:14.491" v="51" actId="1038"/>
          <ac:cxnSpMkLst>
            <pc:docMk/>
            <pc:sldMk cId="2464424170" sldId="257"/>
            <ac:cxnSpMk id="21" creationId="{0B0F9E02-1A6D-A9EF-C045-58A59699C1D0}"/>
          </ac:cxnSpMkLst>
        </pc:cxnChg>
      </pc:sldChg>
      <pc:sldChg chg="modSp mod ord">
        <pc:chgData name="Ghosal Sabyasachi (MS/EHM-TD-PJ1)" userId="b0405bf8-2b0b-40cc-9eb8-56f3c12ae731" providerId="ADAL" clId="{59CEC213-CC3B-A14F-B341-50827965FFB4}" dt="2025-02-09T04:44:39.022" v="95" actId="20577"/>
        <pc:sldMkLst>
          <pc:docMk/>
          <pc:sldMk cId="2443561363" sldId="258"/>
        </pc:sldMkLst>
        <pc:spChg chg="mod">
          <ac:chgData name="Ghosal Sabyasachi (MS/EHM-TD-PJ1)" userId="b0405bf8-2b0b-40cc-9eb8-56f3c12ae731" providerId="ADAL" clId="{59CEC213-CC3B-A14F-B341-50827965FFB4}" dt="2025-02-09T03:43:54.783" v="24" actId="20577"/>
          <ac:spMkLst>
            <pc:docMk/>
            <pc:sldMk cId="2443561363" sldId="258"/>
            <ac:spMk id="2" creationId="{3C008971-523D-42E0-48F7-AF0AC335972B}"/>
          </ac:spMkLst>
        </pc:spChg>
        <pc:spChg chg="mod">
          <ac:chgData name="Ghosal Sabyasachi (MS/EHM-TD-PJ1)" userId="b0405bf8-2b0b-40cc-9eb8-56f3c12ae731" providerId="ADAL" clId="{59CEC213-CC3B-A14F-B341-50827965FFB4}" dt="2025-02-09T04:44:39.022" v="95" actId="20577"/>
          <ac:spMkLst>
            <pc:docMk/>
            <pc:sldMk cId="2443561363" sldId="258"/>
            <ac:spMk id="7" creationId="{A06CD343-295C-E080-D058-9B1498A85980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4:42:16.505" v="66" actId="20577"/>
        <pc:sldMkLst>
          <pc:docMk/>
          <pc:sldMk cId="4069053536" sldId="259"/>
        </pc:sldMkLst>
        <pc:spChg chg="mod">
          <ac:chgData name="Ghosal Sabyasachi (MS/EHM-TD-PJ1)" userId="b0405bf8-2b0b-40cc-9eb8-56f3c12ae731" providerId="ADAL" clId="{59CEC213-CC3B-A14F-B341-50827965FFB4}" dt="2025-02-09T03:43:57.303" v="25" actId="20577"/>
          <ac:spMkLst>
            <pc:docMk/>
            <pc:sldMk cId="4069053536" sldId="259"/>
            <ac:spMk id="2" creationId="{B0D46943-3514-649A-72AC-FB48E6F3F5D2}"/>
          </ac:spMkLst>
        </pc:spChg>
        <pc:spChg chg="mod">
          <ac:chgData name="Ghosal Sabyasachi (MS/EHM-TD-PJ1)" userId="b0405bf8-2b0b-40cc-9eb8-56f3c12ae731" providerId="ADAL" clId="{59CEC213-CC3B-A14F-B341-50827965FFB4}" dt="2025-02-09T04:42:16.505" v="66" actId="20577"/>
          <ac:spMkLst>
            <pc:docMk/>
            <pc:sldMk cId="4069053536" sldId="259"/>
            <ac:spMk id="7" creationId="{EF375C75-7330-19BD-18F8-286DEC6C3F4E}"/>
          </ac:spMkLst>
        </pc:spChg>
      </pc:sldChg>
      <pc:sldChg chg="addSp delSp modSp mod">
        <pc:chgData name="Ghosal Sabyasachi (MS/EHM-TD-PJ1)" userId="b0405bf8-2b0b-40cc-9eb8-56f3c12ae731" providerId="ADAL" clId="{59CEC213-CC3B-A14F-B341-50827965FFB4}" dt="2025-02-09T04:13:47.382" v="46" actId="1076"/>
        <pc:sldMkLst>
          <pc:docMk/>
          <pc:sldMk cId="380552459" sldId="260"/>
        </pc:sldMkLst>
        <pc:spChg chg="add mod">
          <ac:chgData name="Ghosal Sabyasachi (MS/EHM-TD-PJ1)" userId="b0405bf8-2b0b-40cc-9eb8-56f3c12ae731" providerId="ADAL" clId="{59CEC213-CC3B-A14F-B341-50827965FFB4}" dt="2025-02-09T01:44:37.308" v="15" actId="1076"/>
          <ac:spMkLst>
            <pc:docMk/>
            <pc:sldMk cId="380552459" sldId="260"/>
            <ac:spMk id="3" creationId="{39D0874F-97A8-2107-D751-C1A274644DC3}"/>
          </ac:spMkLst>
        </pc:spChg>
        <pc:spChg chg="mod">
          <ac:chgData name="Ghosal Sabyasachi (MS/EHM-TD-PJ1)" userId="b0405bf8-2b0b-40cc-9eb8-56f3c12ae731" providerId="ADAL" clId="{59CEC213-CC3B-A14F-B341-50827965FFB4}" dt="2025-02-09T04:13:36.801" v="43" actId="1076"/>
          <ac:spMkLst>
            <pc:docMk/>
            <pc:sldMk cId="380552459" sldId="260"/>
            <ac:spMk id="8" creationId="{72A3E9AE-75FF-4877-65F3-8E4B89E1A54E}"/>
          </ac:spMkLst>
        </pc:spChg>
        <pc:spChg chg="mod">
          <ac:chgData name="Ghosal Sabyasachi (MS/EHM-TD-PJ1)" userId="b0405bf8-2b0b-40cc-9eb8-56f3c12ae731" providerId="ADAL" clId="{59CEC213-CC3B-A14F-B341-50827965FFB4}" dt="2025-02-09T04:13:39.734" v="44" actId="1076"/>
          <ac:spMkLst>
            <pc:docMk/>
            <pc:sldMk cId="380552459" sldId="260"/>
            <ac:spMk id="9" creationId="{A685686C-430A-80D6-DCA1-04C01B4622F2}"/>
          </ac:spMkLst>
        </pc:spChg>
        <pc:spChg chg="mod">
          <ac:chgData name="Ghosal Sabyasachi (MS/EHM-TD-PJ1)" userId="b0405bf8-2b0b-40cc-9eb8-56f3c12ae731" providerId="ADAL" clId="{59CEC213-CC3B-A14F-B341-50827965FFB4}" dt="2025-02-09T04:13:43.859" v="45" actId="1076"/>
          <ac:spMkLst>
            <pc:docMk/>
            <pc:sldMk cId="380552459" sldId="260"/>
            <ac:spMk id="10" creationId="{DA6F1354-3E16-7D31-3ED8-C79B2F1FD182}"/>
          </ac:spMkLst>
        </pc:spChg>
        <pc:spChg chg="mod">
          <ac:chgData name="Ghosal Sabyasachi (MS/EHM-TD-PJ1)" userId="b0405bf8-2b0b-40cc-9eb8-56f3c12ae731" providerId="ADAL" clId="{59CEC213-CC3B-A14F-B341-50827965FFB4}" dt="2025-02-09T04:13:47.382" v="46" actId="1076"/>
          <ac:spMkLst>
            <pc:docMk/>
            <pc:sldMk cId="380552459" sldId="260"/>
            <ac:spMk id="15" creationId="{5C286B9B-2065-B835-F94A-36A4D4593277}"/>
          </ac:spMkLst>
        </pc:spChg>
        <pc:spChg chg="del mod">
          <ac:chgData name="Ghosal Sabyasachi (MS/EHM-TD-PJ1)" userId="b0405bf8-2b0b-40cc-9eb8-56f3c12ae731" providerId="ADAL" clId="{59CEC213-CC3B-A14F-B341-50827965FFB4}" dt="2025-02-09T01:44:29.243" v="13" actId="478"/>
          <ac:spMkLst>
            <pc:docMk/>
            <pc:sldMk cId="380552459" sldId="260"/>
            <ac:spMk id="19" creationId="{E40EEE04-103A-CA11-3BF3-35ECFDD6A8D1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5:34:12.405" v="118" actId="20577"/>
        <pc:sldMkLst>
          <pc:docMk/>
          <pc:sldMk cId="1192764720" sldId="262"/>
        </pc:sldMkLst>
        <pc:spChg chg="mod">
          <ac:chgData name="Ghosal Sabyasachi (MS/EHM-TD-PJ1)" userId="b0405bf8-2b0b-40cc-9eb8-56f3c12ae731" providerId="ADAL" clId="{59CEC213-CC3B-A14F-B341-50827965FFB4}" dt="2025-02-09T05:34:12.405" v="118" actId="20577"/>
          <ac:spMkLst>
            <pc:docMk/>
            <pc:sldMk cId="1192764720" sldId="262"/>
            <ac:spMk id="2" creationId="{9EA82125-EB5B-3D65-C9A7-54629A811746}"/>
          </ac:spMkLst>
        </pc:spChg>
      </pc:sldChg>
      <pc:sldChg chg="modSp mod">
        <pc:chgData name="Ghosal Sabyasachi (MS/EHM-TD-PJ1)" userId="b0405bf8-2b0b-40cc-9eb8-56f3c12ae731" providerId="ADAL" clId="{59CEC213-CC3B-A14F-B341-50827965FFB4}" dt="2025-02-09T05:46:40.137" v="219" actId="20577"/>
        <pc:sldMkLst>
          <pc:docMk/>
          <pc:sldMk cId="2971069367" sldId="263"/>
        </pc:sldMkLst>
        <pc:spChg chg="mod">
          <ac:chgData name="Ghosal Sabyasachi (MS/EHM-TD-PJ1)" userId="b0405bf8-2b0b-40cc-9eb8-56f3c12ae731" providerId="ADAL" clId="{59CEC213-CC3B-A14F-B341-50827965FFB4}" dt="2025-02-09T05:34:15.735" v="120" actId="20577"/>
          <ac:spMkLst>
            <pc:docMk/>
            <pc:sldMk cId="2971069367" sldId="263"/>
            <ac:spMk id="2" creationId="{9EA82125-EB5B-3D65-C9A7-54629A811746}"/>
          </ac:spMkLst>
        </pc:spChg>
        <pc:spChg chg="mod">
          <ac:chgData name="Ghosal Sabyasachi (MS/EHM-TD-PJ1)" userId="b0405bf8-2b0b-40cc-9eb8-56f3c12ae731" providerId="ADAL" clId="{59CEC213-CC3B-A14F-B341-50827965FFB4}" dt="2025-02-09T05:46:24.383" v="216" actId="1076"/>
          <ac:spMkLst>
            <pc:docMk/>
            <pc:sldMk cId="2971069367" sldId="263"/>
            <ac:spMk id="3" creationId="{A44635E1-A27C-62D9-2DDA-B9B28E56B6E1}"/>
          </ac:spMkLst>
        </pc:spChg>
        <pc:spChg chg="mod">
          <ac:chgData name="Ghosal Sabyasachi (MS/EHM-TD-PJ1)" userId="b0405bf8-2b0b-40cc-9eb8-56f3c12ae731" providerId="ADAL" clId="{59CEC213-CC3B-A14F-B341-50827965FFB4}" dt="2025-02-09T05:46:40.137" v="219" actId="20577"/>
          <ac:spMkLst>
            <pc:docMk/>
            <pc:sldMk cId="2971069367" sldId="263"/>
            <ac:spMk id="46" creationId="{B7D490D1-1EDB-74FD-AB46-5A22C9205374}"/>
          </ac:spMkLst>
        </pc:spChg>
        <pc:spChg chg="mod">
          <ac:chgData name="Ghosal Sabyasachi (MS/EHM-TD-PJ1)" userId="b0405bf8-2b0b-40cc-9eb8-56f3c12ae731" providerId="ADAL" clId="{59CEC213-CC3B-A14F-B341-50827965FFB4}" dt="2025-02-09T05:46:29.306" v="217" actId="14100"/>
          <ac:spMkLst>
            <pc:docMk/>
            <pc:sldMk cId="2971069367" sldId="263"/>
            <ac:spMk id="47" creationId="{9FB5A4BA-D752-EF6C-8EEF-012F088B8870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4:12:57.506" v="31" actId="20577"/>
        <pc:sldMkLst>
          <pc:docMk/>
          <pc:sldMk cId="2461276429" sldId="267"/>
        </pc:sldMkLst>
        <pc:spChg chg="mod">
          <ac:chgData name="Ghosal Sabyasachi (MS/EHM-TD-PJ1)" userId="b0405bf8-2b0b-40cc-9eb8-56f3c12ae731" providerId="ADAL" clId="{59CEC213-CC3B-A14F-B341-50827965FFB4}" dt="2025-02-09T04:12:57.506" v="31" actId="20577"/>
          <ac:spMkLst>
            <pc:docMk/>
            <pc:sldMk cId="2461276429" sldId="267"/>
            <ac:spMk id="2" creationId="{B4E143AD-F30A-5B11-C2A6-D9205987CEBC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4:13:08.641" v="41" actId="20577"/>
        <pc:sldMkLst>
          <pc:docMk/>
          <pc:sldMk cId="1931755566" sldId="268"/>
        </pc:sldMkLst>
        <pc:spChg chg="mod">
          <ac:chgData name="Ghosal Sabyasachi (MS/EHM-TD-PJ1)" userId="b0405bf8-2b0b-40cc-9eb8-56f3c12ae731" providerId="ADAL" clId="{59CEC213-CC3B-A14F-B341-50827965FFB4}" dt="2025-02-09T04:13:08.641" v="41" actId="20577"/>
          <ac:spMkLst>
            <pc:docMk/>
            <pc:sldMk cId="1931755566" sldId="268"/>
            <ac:spMk id="2" creationId="{509DBA49-D4B7-4F7E-E252-C8D6FC8910DE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5:08:02.553" v="116" actId="14100"/>
        <pc:sldMkLst>
          <pc:docMk/>
          <pc:sldMk cId="2954931185" sldId="269"/>
        </pc:sldMkLst>
        <pc:spChg chg="mod">
          <ac:chgData name="Ghosal Sabyasachi (MS/EHM-TD-PJ1)" userId="b0405bf8-2b0b-40cc-9eb8-56f3c12ae731" providerId="ADAL" clId="{59CEC213-CC3B-A14F-B341-50827965FFB4}" dt="2025-02-09T04:13:02.506" v="36" actId="20577"/>
          <ac:spMkLst>
            <pc:docMk/>
            <pc:sldMk cId="2954931185" sldId="269"/>
            <ac:spMk id="2" creationId="{BE4D774B-2329-2B57-7C48-A8D5C80B7996}"/>
          </ac:spMkLst>
        </pc:spChg>
        <pc:spChg chg="mod">
          <ac:chgData name="Ghosal Sabyasachi (MS/EHM-TD-PJ1)" userId="b0405bf8-2b0b-40cc-9eb8-56f3c12ae731" providerId="ADAL" clId="{59CEC213-CC3B-A14F-B341-50827965FFB4}" dt="2025-02-09T05:07:57.309" v="115" actId="14100"/>
          <ac:spMkLst>
            <pc:docMk/>
            <pc:sldMk cId="2954931185" sldId="269"/>
            <ac:spMk id="3" creationId="{2C2EAB79-FFF8-9AEB-AF03-8D6155E6FC66}"/>
          </ac:spMkLst>
        </pc:spChg>
        <pc:cxnChg chg="mod">
          <ac:chgData name="Ghosal Sabyasachi (MS/EHM-TD-PJ1)" userId="b0405bf8-2b0b-40cc-9eb8-56f3c12ae731" providerId="ADAL" clId="{59CEC213-CC3B-A14F-B341-50827965FFB4}" dt="2025-02-09T05:08:02.553" v="116" actId="14100"/>
          <ac:cxnSpMkLst>
            <pc:docMk/>
            <pc:sldMk cId="2954931185" sldId="269"/>
            <ac:cxnSpMk id="22" creationId="{F9D14787-DC1F-E817-36CC-10050F3E1BDD}"/>
          </ac:cxnSpMkLst>
        </pc:cxnChg>
        <pc:cxnChg chg="mod">
          <ac:chgData name="Ghosal Sabyasachi (MS/EHM-TD-PJ1)" userId="b0405bf8-2b0b-40cc-9eb8-56f3c12ae731" providerId="ADAL" clId="{59CEC213-CC3B-A14F-B341-50827965FFB4}" dt="2025-02-09T04:55:16.792" v="98" actId="14100"/>
          <ac:cxnSpMkLst>
            <pc:docMk/>
            <pc:sldMk cId="2954931185" sldId="269"/>
            <ac:cxnSpMk id="26" creationId="{564B36AD-AB50-A6B8-2FB8-D5A5FA48B9C0}"/>
          </ac:cxnSpMkLst>
        </pc:cxnChg>
      </pc:sldChg>
      <pc:sldChg chg="modSp new mod">
        <pc:chgData name="Ghosal Sabyasachi (MS/EHM-TD-PJ1)" userId="b0405bf8-2b0b-40cc-9eb8-56f3c12ae731" providerId="ADAL" clId="{59CEC213-CC3B-A14F-B341-50827965FFB4}" dt="2025-02-09T05:36:26.759" v="215" actId="20577"/>
        <pc:sldMkLst>
          <pc:docMk/>
          <pc:sldMk cId="463404054" sldId="270"/>
        </pc:sldMkLst>
        <pc:spChg chg="mod">
          <ac:chgData name="Ghosal Sabyasachi (MS/EHM-TD-PJ1)" userId="b0405bf8-2b0b-40cc-9eb8-56f3c12ae731" providerId="ADAL" clId="{59CEC213-CC3B-A14F-B341-50827965FFB4}" dt="2025-02-09T05:35:01.157" v="160" actId="20577"/>
          <ac:spMkLst>
            <pc:docMk/>
            <pc:sldMk cId="463404054" sldId="270"/>
            <ac:spMk id="2" creationId="{F197C2E4-1579-0C04-2244-7AE4AA482868}"/>
          </ac:spMkLst>
        </pc:spChg>
        <pc:spChg chg="mod">
          <ac:chgData name="Ghosal Sabyasachi (MS/EHM-TD-PJ1)" userId="b0405bf8-2b0b-40cc-9eb8-56f3c12ae731" providerId="ADAL" clId="{59CEC213-CC3B-A14F-B341-50827965FFB4}" dt="2025-02-09T05:36:26.759" v="215" actId="20577"/>
          <ac:spMkLst>
            <pc:docMk/>
            <pc:sldMk cId="463404054" sldId="270"/>
            <ac:spMk id="3" creationId="{F59A9B46-AAB4-FFF0-021F-E241E0A4498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FB7DF8-FBA6-4617-890E-AC6D741041C5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DB3EA-B202-4348-8E9D-0015F67BD44B}">
      <dgm:prSet phldrT="[Text]"/>
      <dgm:spPr/>
      <dgm:t>
        <a:bodyPr/>
        <a:lstStyle/>
        <a:p>
          <a:r>
            <a:rPr lang="en-US" dirty="0"/>
            <a:t>Aug-Dec 2024</a:t>
          </a:r>
        </a:p>
      </dgm:t>
    </dgm:pt>
    <dgm:pt modelId="{B8E950D3-7585-47D3-AF83-C4C83D1BB7E0}" type="parTrans" cxnId="{D4408C48-36D1-4D1F-9F6D-E76B1A215013}">
      <dgm:prSet/>
      <dgm:spPr/>
      <dgm:t>
        <a:bodyPr/>
        <a:lstStyle/>
        <a:p>
          <a:endParaRPr lang="en-US"/>
        </a:p>
      </dgm:t>
    </dgm:pt>
    <dgm:pt modelId="{FC26AE86-E737-4D0E-B5C0-7048454BF50F}" type="sibTrans" cxnId="{D4408C48-36D1-4D1F-9F6D-E76B1A215013}">
      <dgm:prSet/>
      <dgm:spPr/>
      <dgm:t>
        <a:bodyPr/>
        <a:lstStyle/>
        <a:p>
          <a:endParaRPr lang="en-US"/>
        </a:p>
      </dgm:t>
    </dgm:pt>
    <dgm:pt modelId="{4446B49C-8624-4B29-8D18-CF4E4A9C296E}">
      <dgm:prSet phldrT="[Text]"/>
      <dgm:spPr/>
      <dgm:t>
        <a:bodyPr/>
        <a:lstStyle/>
        <a:p>
          <a:r>
            <a:rPr lang="en-US" dirty="0"/>
            <a:t>Jan – May 2025</a:t>
          </a:r>
        </a:p>
      </dgm:t>
    </dgm:pt>
    <dgm:pt modelId="{0D71819D-78B1-4878-A8CE-E6FC648B393B}" type="parTrans" cxnId="{1403BDC5-7289-4456-8E16-EF5015B5D8E9}">
      <dgm:prSet/>
      <dgm:spPr/>
      <dgm:t>
        <a:bodyPr/>
        <a:lstStyle/>
        <a:p>
          <a:endParaRPr lang="en-US"/>
        </a:p>
      </dgm:t>
    </dgm:pt>
    <dgm:pt modelId="{F2A5E143-D456-4161-BD3D-F2E2539240E0}" type="sibTrans" cxnId="{1403BDC5-7289-4456-8E16-EF5015B5D8E9}">
      <dgm:prSet/>
      <dgm:spPr/>
      <dgm:t>
        <a:bodyPr/>
        <a:lstStyle/>
        <a:p>
          <a:endParaRPr lang="en-US"/>
        </a:p>
      </dgm:t>
    </dgm:pt>
    <dgm:pt modelId="{4E8CF01C-940A-4652-8B3A-60F9D119C1B3}">
      <dgm:prSet phldrT="[Text]"/>
      <dgm:spPr/>
      <dgm:t>
        <a:bodyPr/>
        <a:lstStyle/>
        <a:p>
          <a:r>
            <a:rPr lang="en-US" dirty="0"/>
            <a:t>Jan 2026 onwards</a:t>
          </a:r>
        </a:p>
      </dgm:t>
    </dgm:pt>
    <dgm:pt modelId="{64744131-1E47-4887-AB45-FD2522D4EF79}" type="parTrans" cxnId="{15978E38-C6C1-4A48-8873-AC2497C9C41D}">
      <dgm:prSet/>
      <dgm:spPr/>
      <dgm:t>
        <a:bodyPr/>
        <a:lstStyle/>
        <a:p>
          <a:endParaRPr lang="en-US"/>
        </a:p>
      </dgm:t>
    </dgm:pt>
    <dgm:pt modelId="{1F659A76-1C08-4143-A3BB-50D3B7D4D06D}" type="sibTrans" cxnId="{15978E38-C6C1-4A48-8873-AC2497C9C41D}">
      <dgm:prSet/>
      <dgm:spPr/>
      <dgm:t>
        <a:bodyPr/>
        <a:lstStyle/>
        <a:p>
          <a:endParaRPr lang="en-US"/>
        </a:p>
      </dgm:t>
    </dgm:pt>
    <dgm:pt modelId="{FC5E3ECC-519D-4A12-9741-CF8F8056E8B0}">
      <dgm:prSet phldrT="[Text]"/>
      <dgm:spPr/>
      <dgm:t>
        <a:bodyPr/>
        <a:lstStyle/>
        <a:p>
          <a:r>
            <a:rPr lang="en-US" dirty="0"/>
            <a:t>Jun – Dec 2025</a:t>
          </a:r>
        </a:p>
      </dgm:t>
    </dgm:pt>
    <dgm:pt modelId="{1C5B36D0-3713-4AB9-8B70-9CBA461F876E}" type="parTrans" cxnId="{E165185B-C344-42FE-878D-AD2C1017D981}">
      <dgm:prSet/>
      <dgm:spPr/>
      <dgm:t>
        <a:bodyPr/>
        <a:lstStyle/>
        <a:p>
          <a:endParaRPr lang="en-US"/>
        </a:p>
      </dgm:t>
    </dgm:pt>
    <dgm:pt modelId="{976E34BD-75C5-4189-953E-570FED384A73}" type="sibTrans" cxnId="{E165185B-C344-42FE-878D-AD2C1017D981}">
      <dgm:prSet/>
      <dgm:spPr/>
      <dgm:t>
        <a:bodyPr/>
        <a:lstStyle/>
        <a:p>
          <a:endParaRPr lang="en-US"/>
        </a:p>
      </dgm:t>
    </dgm:pt>
    <dgm:pt modelId="{6C95F9C2-0FCF-4804-A907-F52525324F18}" type="pres">
      <dgm:prSet presAssocID="{D8FB7DF8-FBA6-4617-890E-AC6D741041C5}" presName="rootnode" presStyleCnt="0">
        <dgm:presLayoutVars>
          <dgm:chMax/>
          <dgm:chPref/>
          <dgm:dir/>
          <dgm:animLvl val="lvl"/>
        </dgm:presLayoutVars>
      </dgm:prSet>
      <dgm:spPr/>
    </dgm:pt>
    <dgm:pt modelId="{4AFEAB2B-11DA-42B1-9C34-C18442608584}" type="pres">
      <dgm:prSet presAssocID="{984DB3EA-B202-4348-8E9D-0015F67BD44B}" presName="composite" presStyleCnt="0"/>
      <dgm:spPr/>
    </dgm:pt>
    <dgm:pt modelId="{582C9E2E-A10A-4E9E-8431-0AC0A9E1B57F}" type="pres">
      <dgm:prSet presAssocID="{984DB3EA-B202-4348-8E9D-0015F67BD44B}" presName="LShape" presStyleLbl="alignNode1" presStyleIdx="0" presStyleCnt="7" custScaleX="66633" custScaleY="47723" custLinFactNeighborX="3555" custLinFactNeighborY="48378"/>
      <dgm:spPr/>
    </dgm:pt>
    <dgm:pt modelId="{3DE2ED39-7B19-4A79-AC69-0688FC6A50AC}" type="pres">
      <dgm:prSet presAssocID="{984DB3EA-B202-4348-8E9D-0015F67BD44B}" presName="ParentText" presStyleLbl="revTx" presStyleIdx="0" presStyleCnt="4" custScaleX="67165" custScaleY="21335" custLinFactNeighborX="621" custLinFactNeighborY="12165">
        <dgm:presLayoutVars>
          <dgm:chMax val="0"/>
          <dgm:chPref val="0"/>
          <dgm:bulletEnabled val="1"/>
        </dgm:presLayoutVars>
      </dgm:prSet>
      <dgm:spPr/>
    </dgm:pt>
    <dgm:pt modelId="{3BC72377-62FE-414C-9C48-04CA895A305A}" type="pres">
      <dgm:prSet presAssocID="{984DB3EA-B202-4348-8E9D-0015F67BD44B}" presName="Triangle" presStyleLbl="alignNode1" presStyleIdx="1" presStyleCnt="7" custLinFactY="71993" custLinFactNeighborX="-25816" custLinFactNeighborY="100000"/>
      <dgm:spPr/>
    </dgm:pt>
    <dgm:pt modelId="{A5704638-100B-4E36-B92B-DC9894D474F6}" type="pres">
      <dgm:prSet presAssocID="{FC26AE86-E737-4D0E-B5C0-7048454BF50F}" presName="sibTrans" presStyleCnt="0"/>
      <dgm:spPr/>
    </dgm:pt>
    <dgm:pt modelId="{C3112C15-8F33-480E-8484-054006EBEBFC}" type="pres">
      <dgm:prSet presAssocID="{FC26AE86-E737-4D0E-B5C0-7048454BF50F}" presName="space" presStyleCnt="0"/>
      <dgm:spPr/>
    </dgm:pt>
    <dgm:pt modelId="{FB84E45A-8A95-4D6A-9FD8-BE99A16D2158}" type="pres">
      <dgm:prSet presAssocID="{4446B49C-8624-4B29-8D18-CF4E4A9C296E}" presName="composite" presStyleCnt="0"/>
      <dgm:spPr/>
    </dgm:pt>
    <dgm:pt modelId="{71239F84-07A3-48B4-9FD0-1E1252F28475}" type="pres">
      <dgm:prSet presAssocID="{4446B49C-8624-4B29-8D18-CF4E4A9C296E}" presName="LShape" presStyleLbl="alignNode1" presStyleIdx="2" presStyleCnt="7" custScaleX="70336" custScaleY="56998" custLinFactNeighborX="-15191" custLinFactNeighborY="9420"/>
      <dgm:spPr/>
    </dgm:pt>
    <dgm:pt modelId="{DF7EFD46-D2DC-4452-81C9-91FE3E0B6FE5}" type="pres">
      <dgm:prSet presAssocID="{4446B49C-8624-4B29-8D18-CF4E4A9C296E}" presName="ParentText" presStyleLbl="revTx" presStyleIdx="1" presStyleCnt="4" custScaleX="75669" custScaleY="33334" custLinFactNeighborX="-16501" custLinFactNeighborY="-15285">
        <dgm:presLayoutVars>
          <dgm:chMax val="0"/>
          <dgm:chPref val="0"/>
          <dgm:bulletEnabled val="1"/>
        </dgm:presLayoutVars>
      </dgm:prSet>
      <dgm:spPr/>
    </dgm:pt>
    <dgm:pt modelId="{1FB2AC9C-E287-4A70-A9F1-A6B8C1E3D4B4}" type="pres">
      <dgm:prSet presAssocID="{4446B49C-8624-4B29-8D18-CF4E4A9C296E}" presName="Triangle" presStyleLbl="alignNode1" presStyleIdx="3" presStyleCnt="7" custLinFactNeighborX="-80415" custLinFactNeighborY="-35379"/>
      <dgm:spPr/>
    </dgm:pt>
    <dgm:pt modelId="{6E33FFF1-82C8-464B-84F0-68D3214B1418}" type="pres">
      <dgm:prSet presAssocID="{F2A5E143-D456-4161-BD3D-F2E2539240E0}" presName="sibTrans" presStyleCnt="0"/>
      <dgm:spPr/>
    </dgm:pt>
    <dgm:pt modelId="{8C411454-0C33-4789-8110-E7B156368073}" type="pres">
      <dgm:prSet presAssocID="{F2A5E143-D456-4161-BD3D-F2E2539240E0}" presName="space" presStyleCnt="0"/>
      <dgm:spPr/>
    </dgm:pt>
    <dgm:pt modelId="{366121D9-E503-4EB4-A25C-0E0E799FD001}" type="pres">
      <dgm:prSet presAssocID="{FC5E3ECC-519D-4A12-9741-CF8F8056E8B0}" presName="composite" presStyleCnt="0"/>
      <dgm:spPr/>
    </dgm:pt>
    <dgm:pt modelId="{735AD349-8E84-435F-A375-4AF1C861D8BD}" type="pres">
      <dgm:prSet presAssocID="{FC5E3ECC-519D-4A12-9741-CF8F8056E8B0}" presName="LShape" presStyleLbl="alignNode1" presStyleIdx="4" presStyleCnt="7" custScaleX="61797" custScaleY="63264" custLinFactNeighborX="-23016" custLinFactNeighborY="-51451"/>
      <dgm:spPr/>
    </dgm:pt>
    <dgm:pt modelId="{92E42A88-6A87-48ED-9F71-701A006BB452}" type="pres">
      <dgm:prSet presAssocID="{FC5E3ECC-519D-4A12-9741-CF8F8056E8B0}" presName="ParentText" presStyleLbl="revTx" presStyleIdx="2" presStyleCnt="4" custScaleX="68616" custScaleY="33168" custLinFactNeighborX="-22320" custLinFactNeighborY="-61489">
        <dgm:presLayoutVars>
          <dgm:chMax val="0"/>
          <dgm:chPref val="0"/>
          <dgm:bulletEnabled val="1"/>
        </dgm:presLayoutVars>
      </dgm:prSet>
      <dgm:spPr/>
    </dgm:pt>
    <dgm:pt modelId="{B929FDA9-420C-46EE-9CB3-61810DA46B67}" type="pres">
      <dgm:prSet presAssocID="{FC5E3ECC-519D-4A12-9741-CF8F8056E8B0}" presName="Triangle" presStyleLbl="alignNode1" presStyleIdx="5" presStyleCnt="7" custLinFactY="-74622" custLinFactNeighborX="-82256" custLinFactNeighborY="-100000"/>
      <dgm:spPr/>
    </dgm:pt>
    <dgm:pt modelId="{A22FD9BB-5375-4E9B-ADC8-022BC7A06149}" type="pres">
      <dgm:prSet presAssocID="{976E34BD-75C5-4189-953E-570FED384A73}" presName="sibTrans" presStyleCnt="0"/>
      <dgm:spPr/>
    </dgm:pt>
    <dgm:pt modelId="{8898BBE4-2A6C-4897-B4AC-C73E545D1DE5}" type="pres">
      <dgm:prSet presAssocID="{976E34BD-75C5-4189-953E-570FED384A73}" presName="space" presStyleCnt="0"/>
      <dgm:spPr/>
    </dgm:pt>
    <dgm:pt modelId="{4F9704D7-79F6-4CBB-9B1E-C262B0AF5974}" type="pres">
      <dgm:prSet presAssocID="{4E8CF01C-940A-4652-8B3A-60F9D119C1B3}" presName="composite" presStyleCnt="0"/>
      <dgm:spPr/>
    </dgm:pt>
    <dgm:pt modelId="{CA2359A1-9185-4806-9858-011FD87821EB}" type="pres">
      <dgm:prSet presAssocID="{4E8CF01C-940A-4652-8B3A-60F9D119C1B3}" presName="LShape" presStyleLbl="alignNode1" presStyleIdx="6" presStyleCnt="7" custScaleX="73256" custScaleY="52614" custLinFactNeighborX="-26750" custLinFactNeighborY="-90200"/>
      <dgm:spPr/>
    </dgm:pt>
    <dgm:pt modelId="{70737975-F64E-4346-8CCE-559A6A978016}" type="pres">
      <dgm:prSet presAssocID="{4E8CF01C-940A-4652-8B3A-60F9D119C1B3}" presName="ParentText" presStyleLbl="revTx" presStyleIdx="3" presStyleCnt="4" custScaleX="85047" custScaleY="36759" custLinFactNeighborX="-24070" custLinFactNeighborY="-82214">
        <dgm:presLayoutVars>
          <dgm:chMax val="0"/>
          <dgm:chPref val="0"/>
          <dgm:bulletEnabled val="1"/>
        </dgm:presLayoutVars>
      </dgm:prSet>
      <dgm:spPr/>
    </dgm:pt>
  </dgm:ptLst>
  <dgm:cxnLst>
    <dgm:cxn modelId="{15978E38-C6C1-4A48-8873-AC2497C9C41D}" srcId="{D8FB7DF8-FBA6-4617-890E-AC6D741041C5}" destId="{4E8CF01C-940A-4652-8B3A-60F9D119C1B3}" srcOrd="3" destOrd="0" parTransId="{64744131-1E47-4887-AB45-FD2522D4EF79}" sibTransId="{1F659A76-1C08-4143-A3BB-50D3B7D4D06D}"/>
    <dgm:cxn modelId="{D3EBF542-A68B-45B5-8D12-700FE3A78EDD}" type="presOf" srcId="{FC5E3ECC-519D-4A12-9741-CF8F8056E8B0}" destId="{92E42A88-6A87-48ED-9F71-701A006BB452}" srcOrd="0" destOrd="0" presId="urn:microsoft.com/office/officeart/2009/3/layout/StepUpProcess"/>
    <dgm:cxn modelId="{D4408C48-36D1-4D1F-9F6D-E76B1A215013}" srcId="{D8FB7DF8-FBA6-4617-890E-AC6D741041C5}" destId="{984DB3EA-B202-4348-8E9D-0015F67BD44B}" srcOrd="0" destOrd="0" parTransId="{B8E950D3-7585-47D3-AF83-C4C83D1BB7E0}" sibTransId="{FC26AE86-E737-4D0E-B5C0-7048454BF50F}"/>
    <dgm:cxn modelId="{E165185B-C344-42FE-878D-AD2C1017D981}" srcId="{D8FB7DF8-FBA6-4617-890E-AC6D741041C5}" destId="{FC5E3ECC-519D-4A12-9741-CF8F8056E8B0}" srcOrd="2" destOrd="0" parTransId="{1C5B36D0-3713-4AB9-8B70-9CBA461F876E}" sibTransId="{976E34BD-75C5-4189-953E-570FED384A73}"/>
    <dgm:cxn modelId="{1C6701B5-EE95-4354-8D75-B35CBF202A7B}" type="presOf" srcId="{984DB3EA-B202-4348-8E9D-0015F67BD44B}" destId="{3DE2ED39-7B19-4A79-AC69-0688FC6A50AC}" srcOrd="0" destOrd="0" presId="urn:microsoft.com/office/officeart/2009/3/layout/StepUpProcess"/>
    <dgm:cxn modelId="{1403BDC5-7289-4456-8E16-EF5015B5D8E9}" srcId="{D8FB7DF8-FBA6-4617-890E-AC6D741041C5}" destId="{4446B49C-8624-4B29-8D18-CF4E4A9C296E}" srcOrd="1" destOrd="0" parTransId="{0D71819D-78B1-4878-A8CE-E6FC648B393B}" sibTransId="{F2A5E143-D456-4161-BD3D-F2E2539240E0}"/>
    <dgm:cxn modelId="{4D6B68DC-D5F9-497C-BD4C-CC31420C35AA}" type="presOf" srcId="{4E8CF01C-940A-4652-8B3A-60F9D119C1B3}" destId="{70737975-F64E-4346-8CCE-559A6A978016}" srcOrd="0" destOrd="0" presId="urn:microsoft.com/office/officeart/2009/3/layout/StepUpProcess"/>
    <dgm:cxn modelId="{6B03E3EA-C3D9-4775-AF6B-D55F4329B7EF}" type="presOf" srcId="{4446B49C-8624-4B29-8D18-CF4E4A9C296E}" destId="{DF7EFD46-D2DC-4452-81C9-91FE3E0B6FE5}" srcOrd="0" destOrd="0" presId="urn:microsoft.com/office/officeart/2009/3/layout/StepUpProcess"/>
    <dgm:cxn modelId="{DC42FBFD-D5ED-455D-BAEF-800B399C3338}" type="presOf" srcId="{D8FB7DF8-FBA6-4617-890E-AC6D741041C5}" destId="{6C95F9C2-0FCF-4804-A907-F52525324F18}" srcOrd="0" destOrd="0" presId="urn:microsoft.com/office/officeart/2009/3/layout/StepUpProcess"/>
    <dgm:cxn modelId="{462B1EEE-0E8D-4D0A-B70E-581FB0116DE3}" type="presParOf" srcId="{6C95F9C2-0FCF-4804-A907-F52525324F18}" destId="{4AFEAB2B-11DA-42B1-9C34-C18442608584}" srcOrd="0" destOrd="0" presId="urn:microsoft.com/office/officeart/2009/3/layout/StepUpProcess"/>
    <dgm:cxn modelId="{CF8A80CA-23CA-4352-82A9-E093D8A80F17}" type="presParOf" srcId="{4AFEAB2B-11DA-42B1-9C34-C18442608584}" destId="{582C9E2E-A10A-4E9E-8431-0AC0A9E1B57F}" srcOrd="0" destOrd="0" presId="urn:microsoft.com/office/officeart/2009/3/layout/StepUpProcess"/>
    <dgm:cxn modelId="{DC7979EF-D897-4671-A84D-3E0E864E5F02}" type="presParOf" srcId="{4AFEAB2B-11DA-42B1-9C34-C18442608584}" destId="{3DE2ED39-7B19-4A79-AC69-0688FC6A50AC}" srcOrd="1" destOrd="0" presId="urn:microsoft.com/office/officeart/2009/3/layout/StepUpProcess"/>
    <dgm:cxn modelId="{DA23FFC8-D2B1-49A7-968C-41694022D2E0}" type="presParOf" srcId="{4AFEAB2B-11DA-42B1-9C34-C18442608584}" destId="{3BC72377-62FE-414C-9C48-04CA895A305A}" srcOrd="2" destOrd="0" presId="urn:microsoft.com/office/officeart/2009/3/layout/StepUpProcess"/>
    <dgm:cxn modelId="{F506081C-3FDE-4B42-A025-636E2759B8BF}" type="presParOf" srcId="{6C95F9C2-0FCF-4804-A907-F52525324F18}" destId="{A5704638-100B-4E36-B92B-DC9894D474F6}" srcOrd="1" destOrd="0" presId="urn:microsoft.com/office/officeart/2009/3/layout/StepUpProcess"/>
    <dgm:cxn modelId="{CE1F7B76-94C9-4B58-9A98-F5019C4AC09E}" type="presParOf" srcId="{A5704638-100B-4E36-B92B-DC9894D474F6}" destId="{C3112C15-8F33-480E-8484-054006EBEBFC}" srcOrd="0" destOrd="0" presId="urn:microsoft.com/office/officeart/2009/3/layout/StepUpProcess"/>
    <dgm:cxn modelId="{FEE5963F-0110-4B70-AE58-61354B156B50}" type="presParOf" srcId="{6C95F9C2-0FCF-4804-A907-F52525324F18}" destId="{FB84E45A-8A95-4D6A-9FD8-BE99A16D2158}" srcOrd="2" destOrd="0" presId="urn:microsoft.com/office/officeart/2009/3/layout/StepUpProcess"/>
    <dgm:cxn modelId="{A410DB56-43CA-4302-A750-CA94202CD229}" type="presParOf" srcId="{FB84E45A-8A95-4D6A-9FD8-BE99A16D2158}" destId="{71239F84-07A3-48B4-9FD0-1E1252F28475}" srcOrd="0" destOrd="0" presId="urn:microsoft.com/office/officeart/2009/3/layout/StepUpProcess"/>
    <dgm:cxn modelId="{456AC45D-93D3-43E6-AF7A-BDF60B60BCF8}" type="presParOf" srcId="{FB84E45A-8A95-4D6A-9FD8-BE99A16D2158}" destId="{DF7EFD46-D2DC-4452-81C9-91FE3E0B6FE5}" srcOrd="1" destOrd="0" presId="urn:microsoft.com/office/officeart/2009/3/layout/StepUpProcess"/>
    <dgm:cxn modelId="{611078D4-7A00-4BBB-B3C1-DCC4D78A1AB9}" type="presParOf" srcId="{FB84E45A-8A95-4D6A-9FD8-BE99A16D2158}" destId="{1FB2AC9C-E287-4A70-A9F1-A6B8C1E3D4B4}" srcOrd="2" destOrd="0" presId="urn:microsoft.com/office/officeart/2009/3/layout/StepUpProcess"/>
    <dgm:cxn modelId="{BCC5EB5B-80C7-46A9-A5EC-832C7F1563E5}" type="presParOf" srcId="{6C95F9C2-0FCF-4804-A907-F52525324F18}" destId="{6E33FFF1-82C8-464B-84F0-68D3214B1418}" srcOrd="3" destOrd="0" presId="urn:microsoft.com/office/officeart/2009/3/layout/StepUpProcess"/>
    <dgm:cxn modelId="{B7C9714D-007A-4380-84EB-FA7B27AA4E92}" type="presParOf" srcId="{6E33FFF1-82C8-464B-84F0-68D3214B1418}" destId="{8C411454-0C33-4789-8110-E7B156368073}" srcOrd="0" destOrd="0" presId="urn:microsoft.com/office/officeart/2009/3/layout/StepUpProcess"/>
    <dgm:cxn modelId="{B3071E91-B717-4481-A758-A4EEA4F32D4E}" type="presParOf" srcId="{6C95F9C2-0FCF-4804-A907-F52525324F18}" destId="{366121D9-E503-4EB4-A25C-0E0E799FD001}" srcOrd="4" destOrd="0" presId="urn:microsoft.com/office/officeart/2009/3/layout/StepUpProcess"/>
    <dgm:cxn modelId="{0E48BAA1-762A-469A-949F-99057CE1ACC5}" type="presParOf" srcId="{366121D9-E503-4EB4-A25C-0E0E799FD001}" destId="{735AD349-8E84-435F-A375-4AF1C861D8BD}" srcOrd="0" destOrd="0" presId="urn:microsoft.com/office/officeart/2009/3/layout/StepUpProcess"/>
    <dgm:cxn modelId="{C17CDA43-DD93-40EA-9823-E5B26015083F}" type="presParOf" srcId="{366121D9-E503-4EB4-A25C-0E0E799FD001}" destId="{92E42A88-6A87-48ED-9F71-701A006BB452}" srcOrd="1" destOrd="0" presId="urn:microsoft.com/office/officeart/2009/3/layout/StepUpProcess"/>
    <dgm:cxn modelId="{3F851CFE-0174-4AE3-AAAA-ED1ED46DAD82}" type="presParOf" srcId="{366121D9-E503-4EB4-A25C-0E0E799FD001}" destId="{B929FDA9-420C-46EE-9CB3-61810DA46B67}" srcOrd="2" destOrd="0" presId="urn:microsoft.com/office/officeart/2009/3/layout/StepUpProcess"/>
    <dgm:cxn modelId="{50D46A0D-6FAB-4179-A435-6A260C2914E9}" type="presParOf" srcId="{6C95F9C2-0FCF-4804-A907-F52525324F18}" destId="{A22FD9BB-5375-4E9B-ADC8-022BC7A06149}" srcOrd="5" destOrd="0" presId="urn:microsoft.com/office/officeart/2009/3/layout/StepUpProcess"/>
    <dgm:cxn modelId="{5851151A-5F42-4F90-9E3E-479E9E8E930F}" type="presParOf" srcId="{A22FD9BB-5375-4E9B-ADC8-022BC7A06149}" destId="{8898BBE4-2A6C-4897-B4AC-C73E545D1DE5}" srcOrd="0" destOrd="0" presId="urn:microsoft.com/office/officeart/2009/3/layout/StepUpProcess"/>
    <dgm:cxn modelId="{A51B4ABB-BC99-4C14-A9CE-D6263C81E79F}" type="presParOf" srcId="{6C95F9C2-0FCF-4804-A907-F52525324F18}" destId="{4F9704D7-79F6-4CBB-9B1E-C262B0AF5974}" srcOrd="6" destOrd="0" presId="urn:microsoft.com/office/officeart/2009/3/layout/StepUpProcess"/>
    <dgm:cxn modelId="{ABA164B8-4CD0-4539-935B-3F6AE5B0FF06}" type="presParOf" srcId="{4F9704D7-79F6-4CBB-9B1E-C262B0AF5974}" destId="{CA2359A1-9185-4806-9858-011FD87821EB}" srcOrd="0" destOrd="0" presId="urn:microsoft.com/office/officeart/2009/3/layout/StepUpProcess"/>
    <dgm:cxn modelId="{C4ED0BA4-F441-42A0-85C8-F643E65707D8}" type="presParOf" srcId="{4F9704D7-79F6-4CBB-9B1E-C262B0AF5974}" destId="{70737975-F64E-4346-8CCE-559A6A978016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C9E2E-A10A-4E9E-8431-0AC0A9E1B57F}">
      <dsp:nvSpPr>
        <dsp:cNvPr id="0" name=""/>
        <dsp:cNvSpPr/>
      </dsp:nvSpPr>
      <dsp:spPr>
        <a:xfrm rot="5400000">
          <a:off x="627060" y="2276786"/>
          <a:ext cx="797740" cy="185340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2ED39-7B19-4A79-AC69-0688FC6A50AC}">
      <dsp:nvSpPr>
        <dsp:cNvPr id="0" name=""/>
        <dsp:cNvSpPr/>
      </dsp:nvSpPr>
      <dsp:spPr>
        <a:xfrm>
          <a:off x="240077" y="2968672"/>
          <a:ext cx="1686625" cy="46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Aug-Dec 2024</a:t>
          </a:r>
        </a:p>
      </dsp:txBody>
      <dsp:txXfrm>
        <a:off x="240077" y="2968672"/>
        <a:ext cx="1686625" cy="469622"/>
      </dsp:txXfrm>
    </dsp:sp>
    <dsp:sp modelId="{3BC72377-62FE-414C-9C48-04CA895A305A}">
      <dsp:nvSpPr>
        <dsp:cNvPr id="0" name=""/>
        <dsp:cNvSpPr/>
      </dsp:nvSpPr>
      <dsp:spPr>
        <a:xfrm>
          <a:off x="1727256" y="1614176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39F84-07A3-48B4-9FD0-1E1252F28475}">
      <dsp:nvSpPr>
        <dsp:cNvPr id="0" name=""/>
        <dsp:cNvSpPr/>
      </dsp:nvSpPr>
      <dsp:spPr>
        <a:xfrm rot="5400000">
          <a:off x="2689721" y="1547080"/>
          <a:ext cx="952781" cy="195640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EFD46-D2DC-4452-81C9-91FE3E0B6FE5}">
      <dsp:nvSpPr>
        <dsp:cNvPr id="0" name=""/>
        <dsp:cNvSpPr/>
      </dsp:nvSpPr>
      <dsp:spPr>
        <a:xfrm>
          <a:off x="2364945" y="2205404"/>
          <a:ext cx="1900174" cy="73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– May 2025</a:t>
          </a:r>
        </a:p>
      </dsp:txBody>
      <dsp:txXfrm>
        <a:off x="2364945" y="2205404"/>
        <a:ext cx="1900174" cy="733742"/>
      </dsp:txXfrm>
    </dsp:sp>
    <dsp:sp modelId="{1FB2AC9C-E287-4A70-A9F1-A6B8C1E3D4B4}">
      <dsp:nvSpPr>
        <dsp:cNvPr id="0" name=""/>
        <dsp:cNvSpPr/>
      </dsp:nvSpPr>
      <dsp:spPr>
        <a:xfrm>
          <a:off x="4130168" y="604655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AD349-8E84-435F-A375-4AF1C861D8BD}">
      <dsp:nvSpPr>
        <dsp:cNvPr id="0" name=""/>
        <dsp:cNvSpPr/>
      </dsp:nvSpPr>
      <dsp:spPr>
        <a:xfrm rot="5400000">
          <a:off x="4911044" y="623158"/>
          <a:ext cx="1057524" cy="171889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2A88-6A87-48ED-9F71-701A006BB452}">
      <dsp:nvSpPr>
        <dsp:cNvPr id="0" name=""/>
        <dsp:cNvSpPr/>
      </dsp:nvSpPr>
      <dsp:spPr>
        <a:xfrm>
          <a:off x="4798724" y="1165039"/>
          <a:ext cx="1723062" cy="730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Jun – Dec 2025</a:t>
          </a:r>
        </a:p>
      </dsp:txBody>
      <dsp:txXfrm>
        <a:off x="4798724" y="1165039"/>
        <a:ext cx="1723062" cy="730088"/>
      </dsp:txXfrm>
    </dsp:sp>
    <dsp:sp modelId="{B929FDA9-420C-46EE-9CB3-61810DA46B67}">
      <dsp:nvSpPr>
        <dsp:cNvPr id="0" name=""/>
        <dsp:cNvSpPr/>
      </dsp:nvSpPr>
      <dsp:spPr>
        <a:xfrm>
          <a:off x="6612793" y="0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359A1-9185-4806-9858-011FD87821EB}">
      <dsp:nvSpPr>
        <dsp:cNvPr id="0" name=""/>
        <dsp:cNvSpPr/>
      </dsp:nvSpPr>
      <dsp:spPr>
        <a:xfrm rot="5400000">
          <a:off x="7665667" y="-248617"/>
          <a:ext cx="879498" cy="203762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37975-F64E-4346-8CCE-559A6A978016}">
      <dsp:nvSpPr>
        <dsp:cNvPr id="0" name=""/>
        <dsp:cNvSpPr/>
      </dsp:nvSpPr>
      <dsp:spPr>
        <a:xfrm>
          <a:off x="7317945" y="604644"/>
          <a:ext cx="2135671" cy="80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2026 onwards</a:t>
          </a:r>
        </a:p>
      </dsp:txBody>
      <dsp:txXfrm>
        <a:off x="7317945" y="604644"/>
        <a:ext cx="2135671" cy="809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25D03-95E0-4ACE-B998-7839B5A0831B}" type="datetimeFigureOut">
              <a:rPr lang="en-US" smtClean="0"/>
              <a:t>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7EDAC-018E-4E08-8975-77B7069A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1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8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84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23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KG relationship between artist and Song Title as a signal during recognition to boost the factually correct hypothesis (b) is chosen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56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10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59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07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2795D8-A3ED-4C0B-A415-A49201327070}" type="datetimeFigureOut">
              <a:rPr lang="en-US" smtClean="0"/>
              <a:t>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6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4.1314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https://arxiv.org/html/2410.03751v1" TargetMode="External"/><Relationship Id="rId4" Type="http://schemas.openxmlformats.org/officeDocument/2006/relationships/hyperlink" Target="https://arxiv.org/pdf/2410.1890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arxiv.org/pdf/2409.0666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3AA2-8A8E-4608-C0EC-83E36C068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Literature Review &amp; Seminar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0FA94-03BF-897A-F445-4DE947C4C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Sabyasachi Ghosal</a:t>
            </a:r>
          </a:p>
        </p:txBody>
      </p:sp>
      <p:pic>
        <p:nvPicPr>
          <p:cNvPr id="2050" name="Picture 2" descr="IIIT Dharwad Logo">
            <a:extLst>
              <a:ext uri="{FF2B5EF4-FFF2-40B4-BE49-F238E27FC236}">
                <a16:creationId xmlns:a16="http://schemas.microsoft.com/office/drawing/2014/main" id="{CD6CAAB3-6EDC-EFDE-FBE8-F1D41337C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7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ECB8-23AA-C698-DF0A-41662CCD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666621"/>
            <a:ext cx="10058400" cy="917768"/>
          </a:xfrm>
        </p:spPr>
        <p:txBody>
          <a:bodyPr>
            <a:normAutofit/>
          </a:bodyPr>
          <a:lstStyle/>
          <a:p>
            <a:r>
              <a:rPr lang="en-US" sz="3800" b="1" dirty="0"/>
              <a:t>Research Journey &amp;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4BE8E-30F5-C8AB-BB2C-4757C3431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2675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2A406F-05D9-94F5-50B0-8D455D675374}"/>
              </a:ext>
            </a:extLst>
          </p:cNvPr>
          <p:cNvSpPr txBox="1"/>
          <p:nvPr/>
        </p:nvSpPr>
        <p:spPr>
          <a:xfrm>
            <a:off x="1323180" y="5526971"/>
            <a:ext cx="1722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Speaker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4C3D9-EF05-6890-C6A2-CDD849D0C5D4}"/>
              </a:ext>
            </a:extLst>
          </p:cNvPr>
          <p:cNvSpPr txBox="1"/>
          <p:nvPr/>
        </p:nvSpPr>
        <p:spPr>
          <a:xfrm>
            <a:off x="5830886" y="3869711"/>
            <a:ext cx="2427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Comprehensive exam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Research Gap identification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Making a prototype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State of the Art Seminar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Publishing a paper (if possible)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EFE9F-3D72-FB7D-418A-C136B8001443}"/>
              </a:ext>
            </a:extLst>
          </p:cNvPr>
          <p:cNvSpPr txBox="1"/>
          <p:nvPr/>
        </p:nvSpPr>
        <p:spPr>
          <a:xfrm>
            <a:off x="1323181" y="5841048"/>
            <a:ext cx="1808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3E9AE-75FF-4877-65F3-8E4B89E1A54E}"/>
              </a:ext>
            </a:extLst>
          </p:cNvPr>
          <p:cNvSpPr txBox="1"/>
          <p:nvPr/>
        </p:nvSpPr>
        <p:spPr>
          <a:xfrm>
            <a:off x="3417093" y="5673083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Speech 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5686C-430A-80D6-DCA1-04C01B4622F2}"/>
              </a:ext>
            </a:extLst>
          </p:cNvPr>
          <p:cNvSpPr txBox="1"/>
          <p:nvPr/>
        </p:nvSpPr>
        <p:spPr>
          <a:xfrm>
            <a:off x="3403597" y="5236529"/>
            <a:ext cx="2246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 (Small / Micro LLMs)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F1354-3E16-7D31-3ED8-C79B2F1FD182}"/>
              </a:ext>
            </a:extLst>
          </p:cNvPr>
          <p:cNvSpPr txBox="1"/>
          <p:nvPr/>
        </p:nvSpPr>
        <p:spPr>
          <a:xfrm>
            <a:off x="3403596" y="4976577"/>
            <a:ext cx="2246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Multimodal Communication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96AED0-3783-8FD1-FF9E-92848A60F395}"/>
              </a:ext>
            </a:extLst>
          </p:cNvPr>
          <p:cNvSpPr/>
          <p:nvPr/>
        </p:nvSpPr>
        <p:spPr>
          <a:xfrm>
            <a:off x="2921793" y="5526971"/>
            <a:ext cx="123824" cy="6372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26B5B51-1310-02BE-55E3-16961E17BBB9}"/>
              </a:ext>
            </a:extLst>
          </p:cNvPr>
          <p:cNvSpPr/>
          <p:nvPr/>
        </p:nvSpPr>
        <p:spPr>
          <a:xfrm>
            <a:off x="5649910" y="4274494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A73321E-800C-290D-A8B9-33FD8F75DF9A}"/>
              </a:ext>
            </a:extLst>
          </p:cNvPr>
          <p:cNvSpPr/>
          <p:nvPr/>
        </p:nvSpPr>
        <p:spPr>
          <a:xfrm>
            <a:off x="3914775" y="3026455"/>
            <a:ext cx="400050" cy="72390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54797-7140-8336-753E-AA117E5CA53D}"/>
              </a:ext>
            </a:extLst>
          </p:cNvPr>
          <p:cNvSpPr txBox="1"/>
          <p:nvPr/>
        </p:nvSpPr>
        <p:spPr>
          <a:xfrm>
            <a:off x="3573461" y="2438966"/>
            <a:ext cx="1086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 am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86B9B-2065-B835-F94A-36A4D4593277}"/>
              </a:ext>
            </a:extLst>
          </p:cNvPr>
          <p:cNvSpPr txBox="1"/>
          <p:nvPr/>
        </p:nvSpPr>
        <p:spPr>
          <a:xfrm>
            <a:off x="3403596" y="4706056"/>
            <a:ext cx="2427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Spoken Query in Conversation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565BF-569C-82C4-7448-188282A83B42}"/>
              </a:ext>
            </a:extLst>
          </p:cNvPr>
          <p:cNvSpPr txBox="1"/>
          <p:nvPr/>
        </p:nvSpPr>
        <p:spPr>
          <a:xfrm>
            <a:off x="8258175" y="3269546"/>
            <a:ext cx="2427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Continuation of Research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01C88FE-EC1C-4712-A71E-58BE927FF06B}"/>
              </a:ext>
            </a:extLst>
          </p:cNvPr>
          <p:cNvSpPr/>
          <p:nvPr/>
        </p:nvSpPr>
        <p:spPr>
          <a:xfrm>
            <a:off x="7983535" y="3816405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BFE8D5A-5651-0ACE-7353-A6AABA80A8C9}"/>
              </a:ext>
            </a:extLst>
          </p:cNvPr>
          <p:cNvSpPr/>
          <p:nvPr/>
        </p:nvSpPr>
        <p:spPr>
          <a:xfrm>
            <a:off x="10264775" y="3269546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IIIT Dharwad Logo">
            <a:extLst>
              <a:ext uri="{FF2B5EF4-FFF2-40B4-BE49-F238E27FC236}">
                <a16:creationId xmlns:a16="http://schemas.microsoft.com/office/drawing/2014/main" id="{BA600771-BC0F-E8DE-1870-8CF671F3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0874F-97A8-2107-D751-C1A274644DC3}"/>
              </a:ext>
            </a:extLst>
          </p:cNvPr>
          <p:cNvSpPr txBox="1"/>
          <p:nvPr/>
        </p:nvSpPr>
        <p:spPr>
          <a:xfrm>
            <a:off x="3417093" y="5912802"/>
            <a:ext cx="1805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Multilingual RAG</a:t>
            </a:r>
          </a:p>
        </p:txBody>
      </p:sp>
    </p:spTree>
    <p:extLst>
      <p:ext uri="{BB962C8B-B14F-4D97-AF65-F5344CB8AC3E}">
        <p14:creationId xmlns:p14="http://schemas.microsoft.com/office/powerpoint/2010/main" val="38055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CD95-1394-B348-FD95-506C969A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33425"/>
            <a:ext cx="10058400" cy="1003935"/>
          </a:xfrm>
        </p:spPr>
        <p:txBody>
          <a:bodyPr>
            <a:normAutofit/>
          </a:bodyPr>
          <a:lstStyle/>
          <a:p>
            <a:r>
              <a:rPr lang="en-US" sz="3800" b="1" dirty="0"/>
              <a:t>Literature Review (12</a:t>
            </a:r>
            <a:r>
              <a:rPr lang="en-US" sz="3800" b="1" baseline="30000" dirty="0"/>
              <a:t>th</a:t>
            </a:r>
            <a:r>
              <a:rPr lang="en-US" sz="3800" b="1" dirty="0"/>
              <a:t> Feb 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672AF-13C7-D8C7-339F-D90D319B1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5232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sz="2800" dirty="0">
                <a:solidFill>
                  <a:srgbClr val="2998E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Modeling Spoken Information Queries for Virtual Assistants</a:t>
            </a:r>
          </a:p>
          <a:p>
            <a:pPr marL="0" indent="0">
              <a:buNone/>
            </a:pPr>
            <a:r>
              <a:rPr lang="en-US" sz="32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sz="2800" dirty="0">
                <a:solidFill>
                  <a:schemeClr val="tx1"/>
                </a:solidFill>
              </a:rPr>
              <a:t>SIGIR ’23, July 23–27, 2023, Taipei, Taiwan) </a:t>
            </a:r>
            <a:r>
              <a:rPr lang="en-US" sz="3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hlinkClick r:id="rId4"/>
              </a:rPr>
              <a:t>A SURVEY ON SPEECH LARGE LANGUAGE MODELS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dirty="0" err="1"/>
              <a:t>arXiv</a:t>
            </a:r>
            <a:r>
              <a:rPr lang="en-US" sz="2800" dirty="0"/>
              <a:t> , Oct 2024)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ar(--headings-font-family)"/>
                <a:hlinkClick r:id="rId5"/>
              </a:rPr>
              <a:t>Recent Advances in Speech Language Models: A Survey</a:t>
            </a:r>
            <a:endParaRPr lang="en-US" sz="2800" b="0" i="0" dirty="0">
              <a:solidFill>
                <a:srgbClr val="000000"/>
              </a:solidFill>
              <a:effectLst/>
              <a:latin typeface="var(--headings-font-family)"/>
            </a:endParaRPr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dirty="0" err="1"/>
              <a:t>arXiv</a:t>
            </a:r>
            <a:r>
              <a:rPr lang="en-US" sz="2800" dirty="0"/>
              <a:t>, Oct 2024)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 descr="IIIT Dharwad Logo">
            <a:extLst>
              <a:ext uri="{FF2B5EF4-FFF2-40B4-BE49-F238E27FC236}">
                <a16:creationId xmlns:a16="http://schemas.microsoft.com/office/drawing/2014/main" id="{EA99333E-6F4E-83DE-3273-D685DFC27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63580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89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97B131-69A5-E0C0-4DCC-F02904A1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35" y="1064796"/>
            <a:ext cx="11115790" cy="291287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F9E02-1A6D-A9EF-C045-58A59699C1D0}"/>
              </a:ext>
            </a:extLst>
          </p:cNvPr>
          <p:cNvCxnSpPr/>
          <p:nvPr/>
        </p:nvCxnSpPr>
        <p:spPr>
          <a:xfrm>
            <a:off x="3083750" y="1064796"/>
            <a:ext cx="0" cy="4728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15E8AE-561B-4908-3DE3-44124DE86F24}"/>
              </a:ext>
            </a:extLst>
          </p:cNvPr>
          <p:cNvCxnSpPr/>
          <p:nvPr/>
        </p:nvCxnSpPr>
        <p:spPr>
          <a:xfrm>
            <a:off x="5495925" y="1064796"/>
            <a:ext cx="0" cy="4728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36">
            <a:extLst>
              <a:ext uri="{FF2B5EF4-FFF2-40B4-BE49-F238E27FC236}">
                <a16:creationId xmlns:a16="http://schemas.microsoft.com/office/drawing/2014/main" id="{9A868294-D733-6BAC-488A-6B36E74F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906" y="203083"/>
            <a:ext cx="10058400" cy="861713"/>
          </a:xfrm>
        </p:spPr>
        <p:txBody>
          <a:bodyPr/>
          <a:lstStyle/>
          <a:p>
            <a:r>
              <a:rPr lang="en-US" dirty="0"/>
              <a:t>1a. A survey on Speech Language Models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A27D9D-A03D-3833-D666-0FC977541A48}"/>
              </a:ext>
            </a:extLst>
          </p:cNvPr>
          <p:cNvSpPr txBox="1"/>
          <p:nvPr/>
        </p:nvSpPr>
        <p:spPr>
          <a:xfrm>
            <a:off x="364692" y="3919017"/>
            <a:ext cx="23693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Separate Acoustic &amp; Language Model for ASR &amp; TTS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Traditional Speech processing pipelines like HMM-GMM, RNN-based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FE9267-5A04-D94B-7A77-BDA4A937A6D3}"/>
              </a:ext>
            </a:extLst>
          </p:cNvPr>
          <p:cNvSpPr txBox="1"/>
          <p:nvPr/>
        </p:nvSpPr>
        <p:spPr>
          <a:xfrm>
            <a:off x="2979980" y="3919017"/>
            <a:ext cx="2588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Introduction of Transformer in Speech processing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Integration of Self – Supervised approach for speech representations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Models like wav2vec2.0, </a:t>
            </a:r>
            <a:r>
              <a:rPr lang="en-US" sz="1600" b="1" dirty="0" err="1">
                <a:solidFill>
                  <a:srgbClr val="0070C0"/>
                </a:solidFill>
              </a:rPr>
              <a:t>HuBERT</a:t>
            </a:r>
            <a:r>
              <a:rPr lang="en-US" sz="1600" b="1" dirty="0">
                <a:solidFill>
                  <a:srgbClr val="0070C0"/>
                </a:solidFill>
              </a:rPr>
              <a:t> bridge the gap between audio and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8B0C22-40BE-F4E5-6B03-D6A8C7C836F1}"/>
              </a:ext>
            </a:extLst>
          </p:cNvPr>
          <p:cNvSpPr txBox="1"/>
          <p:nvPr/>
        </p:nvSpPr>
        <p:spPr>
          <a:xfrm>
            <a:off x="5641154" y="3758523"/>
            <a:ext cx="662881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Direct Speech to text and speech to speech generation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Eliminates the need for separate ASR &amp; TTS modules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Discrete Sequence – Discrete tokens, Sequence to Sequence Task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Continuous Sequence – Continuous representation (waveform/embeddings), Richer context (no tokenization), Multimodal interaction (speech, text &amp; vision), Multilingual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Enables end to end spoken language understanding, dialogue &amp; reasoning,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Expands LLM into Multimodal learning, real time conversation and audio generation</a:t>
            </a:r>
          </a:p>
          <a:p>
            <a:endParaRPr lang="en-US" sz="1600" b="1" dirty="0">
              <a:solidFill>
                <a:srgbClr val="0070C0"/>
              </a:solidFill>
            </a:endParaRPr>
          </a:p>
        </p:txBody>
      </p:sp>
      <p:pic>
        <p:nvPicPr>
          <p:cNvPr id="46" name="Picture 2" descr="IIIT Dharwad Logo">
            <a:extLst>
              <a:ext uri="{FF2B5EF4-FFF2-40B4-BE49-F238E27FC236}">
                <a16:creationId xmlns:a16="http://schemas.microsoft.com/office/drawing/2014/main" id="{1F5F21A3-5413-DB0D-42CC-2AFB76CDC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424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8971-523D-42E0-48F7-AF0AC33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1b. A survey on Speech Language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CD343-295C-E080-D058-9B1498A85980}"/>
              </a:ext>
            </a:extLst>
          </p:cNvPr>
          <p:cNvSpPr txBox="1"/>
          <p:nvPr/>
        </p:nvSpPr>
        <p:spPr>
          <a:xfrm>
            <a:off x="6570920" y="2004152"/>
            <a:ext cx="562107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Training Strategies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Pretraining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Supervised Fine Tuning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RL - Usage of Reinforcement Learning in LLMs – Proximal Policy Optimizations, Direct Policy Optimizations – Rewards in model training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Performance of Speech Tasks – ASR (WER), Translation(BLEU Score)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Discussion about </a:t>
            </a:r>
            <a:r>
              <a:rPr lang="en-US" sz="1600" b="1" dirty="0" err="1">
                <a:solidFill>
                  <a:srgbClr val="0070C0"/>
                </a:solidFill>
              </a:rPr>
              <a:t>Pengi</a:t>
            </a:r>
            <a:r>
              <a:rPr lang="en-US" sz="1600" b="1" dirty="0">
                <a:solidFill>
                  <a:srgbClr val="0070C0"/>
                </a:solidFill>
              </a:rPr>
              <a:t> &amp; SALMONN success in Multitasking &amp; Cross-tasking abilities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LLM Dormancy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Lack of Speech Specific Adaptions – problems because of tokenization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Poor </a:t>
            </a:r>
            <a:r>
              <a:rPr lang="en-US" sz="1600" b="1" dirty="0" err="1">
                <a:solidFill>
                  <a:srgbClr val="0070C0"/>
                </a:solidFill>
              </a:rPr>
              <a:t>Generalisation</a:t>
            </a:r>
            <a:r>
              <a:rPr lang="en-US" sz="1600" b="1" dirty="0">
                <a:solidFill>
                  <a:srgbClr val="0070C0"/>
                </a:solidFill>
              </a:rPr>
              <a:t> in Noisy conditions – Diverse acoustic conditions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1600" b="1" dirty="0">
              <a:solidFill>
                <a:srgbClr val="0070C0"/>
              </a:solidFill>
            </a:endParaRPr>
          </a:p>
          <a:p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2A2C0-4CDA-2AFC-2CEA-3258CE046E75}"/>
              </a:ext>
            </a:extLst>
          </p:cNvPr>
          <p:cNvSpPr txBox="1"/>
          <p:nvPr/>
        </p:nvSpPr>
        <p:spPr>
          <a:xfrm>
            <a:off x="824607" y="1901370"/>
            <a:ext cx="58313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Model Paradigm of Speech LLMs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S2T (Encoder – Decoder)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ST2T (Audio Encoder +  Text Encoder - Decoder)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ST2ST (Audio Encoder +  Text Encoder – Text Decoder + Vocoder)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Multimodal Information Fusion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0070C0"/>
                </a:solidFill>
              </a:rPr>
              <a:t>Direct Projection, Token Mapping, Combination of Audio &amp; Text Space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1600" b="1" dirty="0">
              <a:solidFill>
                <a:srgbClr val="0070C0"/>
              </a:solidFill>
            </a:endParaRPr>
          </a:p>
          <a:p>
            <a:endParaRPr lang="en-US" sz="1600" b="1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E9180D-552F-9D6E-93B8-56292FCC4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30" y="3870251"/>
            <a:ext cx="4572000" cy="2411995"/>
          </a:xfrm>
          <a:prstGeom prst="rect">
            <a:avLst/>
          </a:prstGeom>
        </p:spPr>
      </p:pic>
      <p:pic>
        <p:nvPicPr>
          <p:cNvPr id="11" name="Picture 2" descr="IIIT Dharwad Logo">
            <a:extLst>
              <a:ext uri="{FF2B5EF4-FFF2-40B4-BE49-F238E27FC236}">
                <a16:creationId xmlns:a16="http://schemas.microsoft.com/office/drawing/2014/main" id="{D8714190-ACF6-584E-A465-31E3959A0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22B2B4-901B-F1E5-4E40-AE53DC74D7BB}"/>
              </a:ext>
            </a:extLst>
          </p:cNvPr>
          <p:cNvCxnSpPr/>
          <p:nvPr/>
        </p:nvCxnSpPr>
        <p:spPr>
          <a:xfrm>
            <a:off x="6570920" y="1933269"/>
            <a:ext cx="0" cy="4380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56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6943-3514-649A-72AC-FB48E6F3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677" y="256307"/>
            <a:ext cx="10058400" cy="1450757"/>
          </a:xfrm>
        </p:spPr>
        <p:txBody>
          <a:bodyPr/>
          <a:lstStyle/>
          <a:p>
            <a:r>
              <a:rPr lang="en-US" dirty="0"/>
              <a:t>1c. A survey on Speech Language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C504E-08CC-4E91-E797-DAF25066578D}"/>
              </a:ext>
            </a:extLst>
          </p:cNvPr>
          <p:cNvSpPr txBox="1"/>
          <p:nvPr/>
        </p:nvSpPr>
        <p:spPr>
          <a:xfrm>
            <a:off x="1048677" y="17070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Identified Research Gaps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75C75-7330-19BD-18F8-286DEC6C3F4E}"/>
              </a:ext>
            </a:extLst>
          </p:cNvPr>
          <p:cNvSpPr txBox="1"/>
          <p:nvPr/>
        </p:nvSpPr>
        <p:spPr>
          <a:xfrm>
            <a:off x="1048677" y="2432536"/>
            <a:ext cx="105089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</a:rPr>
              <a:t>Lack of Unified Speech-Text Representation: </a:t>
            </a:r>
            <a:r>
              <a:rPr lang="en-US" sz="2000" dirty="0">
                <a:solidFill>
                  <a:srgbClr val="0070C0"/>
                </a:solidFill>
              </a:rPr>
              <a:t>Continuous Embeddings &amp; Discrete Tokens, </a:t>
            </a:r>
            <a:r>
              <a:rPr lang="en-US" sz="2000" b="1" dirty="0">
                <a:solidFill>
                  <a:srgbClr val="0070C0"/>
                </a:solidFill>
              </a:rPr>
              <a:t>but no unified way yet </a:t>
            </a:r>
            <a:r>
              <a:rPr lang="en-US" sz="2000" dirty="0">
                <a:solidFill>
                  <a:srgbClr val="0070C0"/>
                </a:solidFill>
              </a:rPr>
              <a:t>to represent speech &amp; text seamlessly to bridge gap between written and spoken language (alignment)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5287B-84C2-0482-EDDB-4FC9C6A1D25C}"/>
              </a:ext>
            </a:extLst>
          </p:cNvPr>
          <p:cNvSpPr txBox="1"/>
          <p:nvPr/>
        </p:nvSpPr>
        <p:spPr>
          <a:xfrm>
            <a:off x="1046905" y="3516213"/>
            <a:ext cx="9032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sz="2000" dirty="0"/>
              <a:t>Limited Multilingual and Low-Resource Language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24FC2-6F09-27DE-96DC-31C63A76263A}"/>
              </a:ext>
            </a:extLst>
          </p:cNvPr>
          <p:cNvSpPr txBox="1"/>
          <p:nvPr/>
        </p:nvSpPr>
        <p:spPr>
          <a:xfrm>
            <a:off x="1048677" y="4090499"/>
            <a:ext cx="105089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sz="2000" dirty="0"/>
              <a:t>End-to-End Speech Reasoning and Understanding : reasoning and long-context understanding</a:t>
            </a:r>
            <a:r>
              <a:rPr lang="en-US" sz="2000" b="0" dirty="0"/>
              <a:t>,  need for LLMs that can perform </a:t>
            </a:r>
            <a:r>
              <a:rPr lang="en-US" sz="2000" dirty="0"/>
              <a:t>spoken question answering, summarization and dialog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5BB8DB-4000-2CC1-4851-2C6211B8E630}"/>
              </a:ext>
            </a:extLst>
          </p:cNvPr>
          <p:cNvSpPr txBox="1"/>
          <p:nvPr/>
        </p:nvSpPr>
        <p:spPr>
          <a:xfrm>
            <a:off x="1047791" y="5200172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sz="2000" dirty="0"/>
              <a:t>Efficiency and Deployment Challenges</a:t>
            </a:r>
          </a:p>
        </p:txBody>
      </p:sp>
      <p:pic>
        <p:nvPicPr>
          <p:cNvPr id="18" name="Picture 2" descr="IIIT Dharwad Logo">
            <a:extLst>
              <a:ext uri="{FF2B5EF4-FFF2-40B4-BE49-F238E27FC236}">
                <a16:creationId xmlns:a16="http://schemas.microsoft.com/office/drawing/2014/main" id="{874C1E07-7A3E-D2CF-6F25-D787EE629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05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43AD-F30A-5B11-C2A6-D9205987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2a. Recent Advances in Speech 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4854C-4EF6-8D6A-7DC0-91C3FF60F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99" y="1737360"/>
            <a:ext cx="7586685" cy="35470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AAD74B-E7DE-7081-3971-FE7C17E3BE4C}"/>
              </a:ext>
            </a:extLst>
          </p:cNvPr>
          <p:cNvSpPr txBox="1"/>
          <p:nvPr/>
        </p:nvSpPr>
        <p:spPr>
          <a:xfrm>
            <a:off x="8930818" y="2191711"/>
            <a:ext cx="222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ASR + LLM + TTS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79F12-C58C-6A7A-D8AB-84E70B7DD166}"/>
              </a:ext>
            </a:extLst>
          </p:cNvPr>
          <p:cNvSpPr txBox="1"/>
          <p:nvPr/>
        </p:nvSpPr>
        <p:spPr>
          <a:xfrm>
            <a:off x="9100939" y="3179898"/>
            <a:ext cx="222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ASR + LLM + TTS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EC825-2AE3-6F66-AA89-98D9700E899B}"/>
              </a:ext>
            </a:extLst>
          </p:cNvPr>
          <p:cNvSpPr txBox="1"/>
          <p:nvPr/>
        </p:nvSpPr>
        <p:spPr>
          <a:xfrm>
            <a:off x="8930818" y="4241647"/>
            <a:ext cx="2224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ASR + LLM + TTS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9DFFE0EF-337E-36C5-28E1-572D6AE42599}"/>
              </a:ext>
            </a:extLst>
          </p:cNvPr>
          <p:cNvSpPr/>
          <p:nvPr/>
        </p:nvSpPr>
        <p:spPr>
          <a:xfrm>
            <a:off x="8452884" y="4123285"/>
            <a:ext cx="537209" cy="606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4C694119-7185-F9AF-1D3C-39F1427D3689}"/>
              </a:ext>
            </a:extLst>
          </p:cNvPr>
          <p:cNvSpPr/>
          <p:nvPr/>
        </p:nvSpPr>
        <p:spPr>
          <a:xfrm>
            <a:off x="8452884" y="3061536"/>
            <a:ext cx="537209" cy="606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B97225DA-436F-C4AD-1529-04B91C7DE149}"/>
              </a:ext>
            </a:extLst>
          </p:cNvPr>
          <p:cNvSpPr/>
          <p:nvPr/>
        </p:nvSpPr>
        <p:spPr>
          <a:xfrm rot="19057443">
            <a:off x="8458485" y="2197970"/>
            <a:ext cx="616688" cy="255671"/>
          </a:xfrm>
          <a:prstGeom prst="corner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IIIT Dharwad Logo">
            <a:extLst>
              <a:ext uri="{FF2B5EF4-FFF2-40B4-BE49-F238E27FC236}">
                <a16:creationId xmlns:a16="http://schemas.microsoft.com/office/drawing/2014/main" id="{08CEA547-BAF0-4702-6061-4B6CD64B3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27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774B-2329-2B57-7C48-A8D5C80B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Recent Advances in Speech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EAB79-FFF8-9AEB-AF03-8D6155E6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73447" cy="1322413"/>
          </a:xfrm>
          <a:noFill/>
        </p:spPr>
        <p:txBody>
          <a:bodyPr wrap="square">
            <a:spAutoFit/>
          </a:bodyPr>
          <a:lstStyle/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Design Pattern /Components of Speech LLM</a:t>
            </a:r>
          </a:p>
          <a:p>
            <a:pPr marL="578358" lvl="1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Speech Tokenizer</a:t>
            </a:r>
          </a:p>
          <a:p>
            <a:pPr marL="578358" lvl="1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Language Model</a:t>
            </a:r>
          </a:p>
          <a:p>
            <a:pPr marL="578358" lvl="1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Token to Speech Synthesizer (Vocoder)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0E19DA-F5B5-8980-275F-64B5CC7CC759}"/>
              </a:ext>
            </a:extLst>
          </p:cNvPr>
          <p:cNvSpPr/>
          <p:nvPr/>
        </p:nvSpPr>
        <p:spPr>
          <a:xfrm>
            <a:off x="2527893" y="3189281"/>
            <a:ext cx="2685474" cy="14756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GAN-based Vocoder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GAN-based Neural Audio Codec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Pure Signal Processing Vocoder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Autoregressive Vocoder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Flow based Vocoder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VAE-based Vocoder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Diffusion based Vocoder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2878F-AAA3-4517-86FE-C19C3576E30C}"/>
              </a:ext>
            </a:extLst>
          </p:cNvPr>
          <p:cNvSpPr txBox="1"/>
          <p:nvPr/>
        </p:nvSpPr>
        <p:spPr>
          <a:xfrm>
            <a:off x="727735" y="4883663"/>
            <a:ext cx="7615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8358" lvl="1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Taxonomy of Speech Language Models</a:t>
            </a:r>
          </a:p>
          <a:p>
            <a:pPr marL="578358" lvl="1" indent="-285750" defTabSz="4572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Architecture choice summary of components of Speech LLM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87ADC3-E04E-E86E-2E1C-D21FC5C5D02F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1820316" y="3219515"/>
            <a:ext cx="854284" cy="5608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5F30EB3F-C6F4-BA2D-72CC-DC7BA5110D67}"/>
              </a:ext>
            </a:extLst>
          </p:cNvPr>
          <p:cNvSpPr/>
          <p:nvPr/>
        </p:nvSpPr>
        <p:spPr>
          <a:xfrm>
            <a:off x="6464595" y="1830592"/>
            <a:ext cx="45719" cy="93720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055E31D0-4301-CA00-C95B-2607327C6249}"/>
              </a:ext>
            </a:extLst>
          </p:cNvPr>
          <p:cNvSpPr/>
          <p:nvPr/>
        </p:nvSpPr>
        <p:spPr>
          <a:xfrm>
            <a:off x="10659849" y="1783736"/>
            <a:ext cx="45719" cy="98406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D7ACC2-C1BF-1E20-EE38-9C27866F36AA}"/>
              </a:ext>
            </a:extLst>
          </p:cNvPr>
          <p:cNvSpPr txBox="1"/>
          <p:nvPr/>
        </p:nvSpPr>
        <p:spPr>
          <a:xfrm>
            <a:off x="6436597" y="1851772"/>
            <a:ext cx="3813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Semantic Understanding Objective – Waveforms to tokens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E2012-C3B9-2180-77DB-8A50799F8B32}"/>
              </a:ext>
            </a:extLst>
          </p:cNvPr>
          <p:cNvSpPr txBox="1"/>
          <p:nvPr/>
        </p:nvSpPr>
        <p:spPr>
          <a:xfrm>
            <a:off x="6436597" y="2128771"/>
            <a:ext cx="4235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Acoustic Generation Objective – Waveforms to Acoustic 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DFDF5-8D33-AF2A-955B-2049BAA55BD3}"/>
              </a:ext>
            </a:extLst>
          </p:cNvPr>
          <p:cNvSpPr txBox="1"/>
          <p:nvPr/>
        </p:nvSpPr>
        <p:spPr>
          <a:xfrm>
            <a:off x="6469600" y="2490796"/>
            <a:ext cx="42884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Mixed Objective – Semantic Understanding + Acoustic Generation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9D14787-DC1F-E817-36CC-10050F3E1BDD}"/>
              </a:ext>
            </a:extLst>
          </p:cNvPr>
          <p:cNvCxnSpPr>
            <a:endCxn id="17" idx="1"/>
          </p:cNvCxnSpPr>
          <p:nvPr/>
        </p:nvCxnSpPr>
        <p:spPr>
          <a:xfrm flipV="1">
            <a:off x="3370521" y="1990272"/>
            <a:ext cx="3066076" cy="338258"/>
          </a:xfrm>
          <a:prstGeom prst="bentConnector3">
            <a:avLst>
              <a:gd name="adj1" fmla="val 883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065366C-E587-4E48-BA9D-6E5C7A64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472" y="3318316"/>
            <a:ext cx="2504217" cy="433899"/>
          </a:xfrm>
          <a:prstGeom prst="rect">
            <a:avLst/>
          </a:prstGeom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4B36AD-AB50-A6B8-2FB8-D5A5FA48B9C0}"/>
              </a:ext>
            </a:extLst>
          </p:cNvPr>
          <p:cNvCxnSpPr>
            <a:cxnSpLocks/>
          </p:cNvCxnSpPr>
          <p:nvPr/>
        </p:nvCxnSpPr>
        <p:spPr>
          <a:xfrm>
            <a:off x="3455719" y="2648197"/>
            <a:ext cx="3680883" cy="1222701"/>
          </a:xfrm>
          <a:prstGeom prst="bentConnector3">
            <a:avLst>
              <a:gd name="adj1" fmla="val 551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632A9869-86FD-5B9C-2732-A413EA966082}"/>
              </a:ext>
            </a:extLst>
          </p:cNvPr>
          <p:cNvSpPr/>
          <p:nvPr/>
        </p:nvSpPr>
        <p:spPr>
          <a:xfrm>
            <a:off x="7191892" y="3359526"/>
            <a:ext cx="213063" cy="9324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F9D3F5-C2AE-9A62-6C1D-D59EF6A2AE3E}"/>
              </a:ext>
            </a:extLst>
          </p:cNvPr>
          <p:cNvSpPr txBox="1"/>
          <p:nvPr/>
        </p:nvSpPr>
        <p:spPr>
          <a:xfrm>
            <a:off x="6042406" y="3872711"/>
            <a:ext cx="94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Transformer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050FA2-0FB8-1E72-A4EA-0EB8806E5515}"/>
              </a:ext>
            </a:extLst>
          </p:cNvPr>
          <p:cNvSpPr txBox="1"/>
          <p:nvPr/>
        </p:nvSpPr>
        <p:spPr>
          <a:xfrm>
            <a:off x="6061890" y="3593640"/>
            <a:ext cx="996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Decoder only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263A81E-7051-456F-34B7-F5657E49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72" y="3751438"/>
            <a:ext cx="2256198" cy="414816"/>
          </a:xfrm>
          <a:prstGeom prst="rect">
            <a:avLst/>
          </a:prstGeom>
        </p:spPr>
      </p:pic>
      <p:pic>
        <p:nvPicPr>
          <p:cNvPr id="39" name="Picture 2" descr="IIIT Dharwad Logo">
            <a:extLst>
              <a:ext uri="{FF2B5EF4-FFF2-40B4-BE49-F238E27FC236}">
                <a16:creationId xmlns:a16="http://schemas.microsoft.com/office/drawing/2014/main" id="{507A5A58-387D-84CC-12DC-862FC0156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931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BA49-D4B7-4F7E-E252-C8D6FC89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2c. Recent Advances in Speech Language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DBE81-05B0-6DE2-C10A-9B488AF51C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 rot="16200000">
            <a:off x="-1434306" y="3897557"/>
            <a:ext cx="392421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Speech LLM 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1D710-C950-1994-5BBC-3B7FF5C5C187}"/>
              </a:ext>
            </a:extLst>
          </p:cNvPr>
          <p:cNvSpPr txBox="1"/>
          <p:nvPr/>
        </p:nvSpPr>
        <p:spPr>
          <a:xfrm>
            <a:off x="630867" y="2029354"/>
            <a:ext cx="48236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sz="2000" dirty="0"/>
              <a:t>Semantic Related  </a:t>
            </a:r>
            <a:r>
              <a:rPr lang="en-US" sz="2000" b="0" dirty="0"/>
              <a:t>- Spoken Dialogue, Speech Translation, ASR, Keyword Spotting, Text to Speech Synthesis, Intent Classification, Slot Filling, Query by Example Spoken Term Detection</a:t>
            </a:r>
          </a:p>
          <a:p>
            <a:endParaRPr lang="en-US" sz="2000" b="0" dirty="0"/>
          </a:p>
          <a:p>
            <a:r>
              <a:rPr lang="en-US" sz="2000" dirty="0"/>
              <a:t>Speaker Related Applications </a:t>
            </a:r>
            <a:r>
              <a:rPr lang="en-US" sz="2000" b="0" dirty="0"/>
              <a:t>– Speaker Identification, Verification, </a:t>
            </a:r>
            <a:r>
              <a:rPr lang="en-US" sz="2000" b="0" dirty="0" err="1"/>
              <a:t>Diarization</a:t>
            </a:r>
            <a:r>
              <a:rPr lang="en-US" sz="2000" b="0" dirty="0"/>
              <a:t>,  Voice Conditioned Speech Generation</a:t>
            </a:r>
          </a:p>
          <a:p>
            <a:endParaRPr lang="en-US" sz="2000" b="0" dirty="0"/>
          </a:p>
          <a:p>
            <a:r>
              <a:rPr lang="en-US" sz="2000" dirty="0"/>
              <a:t>Paralinguistic </a:t>
            </a:r>
            <a:r>
              <a:rPr lang="en-US" sz="2000" b="0" dirty="0"/>
              <a:t>– Emotion Recognition, Speech Separation, (Isolation + Text), Paralinguistics-Enhanced Generation (Style, Pace, Singing etc)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F78192-1931-AAD2-0738-71C50C14697B}"/>
              </a:ext>
            </a:extLst>
          </p:cNvPr>
          <p:cNvSpPr txBox="1">
            <a:spLocks/>
          </p:cNvSpPr>
          <p:nvPr/>
        </p:nvSpPr>
        <p:spPr>
          <a:xfrm rot="16200000">
            <a:off x="4398246" y="4904462"/>
            <a:ext cx="2272004" cy="424732"/>
          </a:xfrm>
          <a:prstGeom prst="rect">
            <a:avLst/>
          </a:prstGeom>
          <a:noFill/>
        </p:spPr>
        <p:txBody>
          <a:bodyPr vert="horz" wrap="square" lIns="0" tIns="45720" rIns="0" bIns="45720" rtlCol="0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Research Gaps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F3515E-52BA-8C5A-FB6D-8108A2907542}"/>
              </a:ext>
            </a:extLst>
          </p:cNvPr>
          <p:cNvCxnSpPr/>
          <p:nvPr/>
        </p:nvCxnSpPr>
        <p:spPr>
          <a:xfrm>
            <a:off x="5295013" y="1789288"/>
            <a:ext cx="0" cy="4641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DE11E65-A135-7576-8928-15002EEC737F}"/>
              </a:ext>
            </a:extLst>
          </p:cNvPr>
          <p:cNvSpPr txBox="1"/>
          <p:nvPr/>
        </p:nvSpPr>
        <p:spPr>
          <a:xfrm>
            <a:off x="5656522" y="3991460"/>
            <a:ext cx="609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Understanding Different Component Choices</a:t>
            </a:r>
          </a:p>
          <a:p>
            <a:r>
              <a:rPr lang="en-US" dirty="0"/>
              <a:t>End to End </a:t>
            </a:r>
            <a:r>
              <a:rPr lang="en-US" b="0" dirty="0"/>
              <a:t>Training – Gradients to be back propagated from </a:t>
            </a:r>
            <a:r>
              <a:rPr lang="en-US" dirty="0"/>
              <a:t>vocoder to tokenizer input</a:t>
            </a:r>
          </a:p>
          <a:p>
            <a:r>
              <a:rPr lang="en-US" dirty="0"/>
              <a:t>Real Time Speech Generation </a:t>
            </a:r>
            <a:r>
              <a:rPr lang="en-US" b="0" dirty="0"/>
              <a:t>– Delays, </a:t>
            </a:r>
            <a:r>
              <a:rPr lang="en-US" b="0" dirty="0" err="1"/>
              <a:t>Soln</a:t>
            </a:r>
            <a:r>
              <a:rPr lang="en-US" b="0" dirty="0"/>
              <a:t> – Speech LM generating audio samples in waveform – Gemini</a:t>
            </a:r>
          </a:p>
          <a:p>
            <a:r>
              <a:rPr lang="en-US" dirty="0"/>
              <a:t>Safety Risks</a:t>
            </a:r>
            <a:r>
              <a:rPr lang="en-US" b="0" dirty="0"/>
              <a:t> – Privacy Concerns, Toxicity etc</a:t>
            </a:r>
          </a:p>
          <a:p>
            <a:r>
              <a:rPr lang="en-US" dirty="0"/>
              <a:t>Performance on Rare Languages  </a:t>
            </a:r>
            <a:r>
              <a:rPr lang="en-US" b="0" dirty="0"/>
              <a:t> </a:t>
            </a:r>
          </a:p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DE2CF1-2098-E747-4C24-1033FD4B8A96}"/>
              </a:ext>
            </a:extLst>
          </p:cNvPr>
          <p:cNvCxnSpPr/>
          <p:nvPr/>
        </p:nvCxnSpPr>
        <p:spPr>
          <a:xfrm>
            <a:off x="5295013" y="3912785"/>
            <a:ext cx="6896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EB77B97-53DB-97F4-1EFF-8645AB24566C}"/>
              </a:ext>
            </a:extLst>
          </p:cNvPr>
          <p:cNvSpPr txBox="1">
            <a:spLocks/>
          </p:cNvSpPr>
          <p:nvPr/>
        </p:nvSpPr>
        <p:spPr>
          <a:xfrm rot="16200000">
            <a:off x="4419511" y="2593121"/>
            <a:ext cx="2272004" cy="424732"/>
          </a:xfrm>
          <a:prstGeom prst="rect">
            <a:avLst/>
          </a:prstGeom>
          <a:noFill/>
        </p:spPr>
        <p:txBody>
          <a:bodyPr vert="horz" wrap="square" lIns="0" tIns="45720" rIns="0" bIns="45720" rtlCol="0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Training Recipes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3CE1D-2826-1754-7C93-B89C2BA8CB65}"/>
              </a:ext>
            </a:extLst>
          </p:cNvPr>
          <p:cNvSpPr txBox="1"/>
          <p:nvPr/>
        </p:nvSpPr>
        <p:spPr>
          <a:xfrm>
            <a:off x="5694620" y="1737360"/>
            <a:ext cx="609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ü"/>
              <a:defRPr sz="2000" b="1">
                <a:solidFill>
                  <a:srgbClr val="0070C0"/>
                </a:solidFill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en-US" dirty="0"/>
              <a:t>Modelling of features </a:t>
            </a:r>
            <a:r>
              <a:rPr lang="en-US" b="0" dirty="0"/>
              <a:t>– Discrete &amp; Continuous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Training Stages </a:t>
            </a:r>
            <a:r>
              <a:rPr lang="en-US" b="0" dirty="0"/>
              <a:t>– Speech Tokenizer, Language Model, Vocoder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Speech Generation Paradigm </a:t>
            </a:r>
            <a:r>
              <a:rPr lang="en-US" b="0" dirty="0"/>
              <a:t>– Realtime Interaction (User Interruption, Simultaneous Response), Silence Mode (When to join? When to stay silent ?)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16" name="Picture 2" descr="IIIT Dharwad Logo">
            <a:extLst>
              <a:ext uri="{FF2B5EF4-FFF2-40B4-BE49-F238E27FC236}">
                <a16:creationId xmlns:a16="http://schemas.microsoft.com/office/drawing/2014/main" id="{BA9593DA-BAEC-E7F5-D2B5-94FFE9A2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75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2125-EB5B-3D65-C9A7-54629A81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05" y="105628"/>
            <a:ext cx="10427970" cy="1450757"/>
          </a:xfrm>
        </p:spPr>
        <p:txBody>
          <a:bodyPr>
            <a:normAutofit/>
          </a:bodyPr>
          <a:lstStyle/>
          <a:p>
            <a:r>
              <a:rPr lang="en-US" sz="3800" dirty="0"/>
              <a:t>3. Modeling Spoken Information Queries for Virtual Assistants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F5E263-C6B0-50E5-BEF7-6B43D32C512B}"/>
              </a:ext>
            </a:extLst>
          </p:cNvPr>
          <p:cNvSpPr txBox="1">
            <a:spLocks/>
          </p:cNvSpPr>
          <p:nvPr/>
        </p:nvSpPr>
        <p:spPr>
          <a:xfrm>
            <a:off x="1196339" y="1977659"/>
            <a:ext cx="10300335" cy="394467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Highlights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Information retrieval from Speech driven VA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Problems &amp; Challenges with respect to Modeling Spoken information Queries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How knowledge graphs and external data sources to remove undesirable bias in the ASR training and help in recognition of entity- rich queries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Query templatization and Entity Popularity. </a:t>
            </a:r>
          </a:p>
          <a:p>
            <a:pPr marL="0" indent="0">
              <a:buNone/>
            </a:pPr>
            <a:r>
              <a:rPr lang="en-US" dirty="0"/>
              <a:t>	“play The Look” by “Saby” =&gt; play $SONG by $ARTIST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Using Knowledge Graph (KG) relations during ASR decoding. For decoding, </a:t>
            </a:r>
          </a:p>
          <a:p>
            <a:pPr marL="0" indent="0">
              <a:buNone/>
            </a:pPr>
            <a:r>
              <a:rPr lang="en-US" dirty="0"/>
              <a:t>	“play can you moon by Saby” </a:t>
            </a:r>
          </a:p>
          <a:p>
            <a:pPr marL="0" indent="0">
              <a:buNone/>
            </a:pPr>
            <a:r>
              <a:rPr lang="en-US" dirty="0"/>
              <a:t>	“play Canyon Moon by Saby”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AI-Powered Virtual Assistants: Siri ...">
            <a:extLst>
              <a:ext uri="{FF2B5EF4-FFF2-40B4-BE49-F238E27FC236}">
                <a16:creationId xmlns:a16="http://schemas.microsoft.com/office/drawing/2014/main" id="{C9090F38-43AC-81BD-6A11-5A6F2E8B8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77659"/>
            <a:ext cx="1447800" cy="7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674E0549-1B4E-3AD0-9801-251A6E6F000C}"/>
              </a:ext>
            </a:extLst>
          </p:cNvPr>
          <p:cNvSpPr/>
          <p:nvPr/>
        </p:nvSpPr>
        <p:spPr>
          <a:xfrm>
            <a:off x="5077838" y="4815191"/>
            <a:ext cx="126459" cy="6712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D038FA-4DE2-11A2-1246-5CE0D4AB010D}"/>
              </a:ext>
            </a:extLst>
          </p:cNvPr>
          <p:cNvSpPr/>
          <p:nvPr/>
        </p:nvSpPr>
        <p:spPr>
          <a:xfrm>
            <a:off x="5648527" y="4934426"/>
            <a:ext cx="894945" cy="5642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024FF-9958-CAF8-E532-1BE8D7526694}"/>
              </a:ext>
            </a:extLst>
          </p:cNvPr>
          <p:cNvSpPr txBox="1"/>
          <p:nvPr/>
        </p:nvSpPr>
        <p:spPr>
          <a:xfrm>
            <a:off x="7028309" y="4944632"/>
            <a:ext cx="146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Artist</a:t>
            </a:r>
            <a:r>
              <a:rPr lang="en-US" dirty="0"/>
              <a:t>: “Saby”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76E65-9435-0B4B-AA0B-AC6F443A63EB}"/>
              </a:ext>
            </a:extLst>
          </p:cNvPr>
          <p:cNvSpPr txBox="1"/>
          <p:nvPr/>
        </p:nvSpPr>
        <p:spPr>
          <a:xfrm>
            <a:off x="6997721" y="5313964"/>
            <a:ext cx="274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Song Title</a:t>
            </a:r>
            <a:r>
              <a:rPr lang="en-US" dirty="0"/>
              <a:t>: “Canyon Moon”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CFB08F1-E82E-48FC-9046-34D9C373932B}"/>
              </a:ext>
            </a:extLst>
          </p:cNvPr>
          <p:cNvCxnSpPr>
            <a:endCxn id="9" idx="1"/>
          </p:cNvCxnSpPr>
          <p:nvPr/>
        </p:nvCxnSpPr>
        <p:spPr>
          <a:xfrm flipV="1">
            <a:off x="6721031" y="5129298"/>
            <a:ext cx="307278" cy="1846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8810088-5201-78A0-4DCE-9CC39886E74C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6543472" y="5216528"/>
            <a:ext cx="454249" cy="2821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45CBDE31-0E5E-36C1-D570-E2AE2A4AF276}"/>
              </a:ext>
            </a:extLst>
          </p:cNvPr>
          <p:cNvSpPr/>
          <p:nvPr/>
        </p:nvSpPr>
        <p:spPr>
          <a:xfrm>
            <a:off x="1600841" y="5049317"/>
            <a:ext cx="446567" cy="36933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49F4E4B2-05A0-67AE-5591-474CFF6CEE60}"/>
              </a:ext>
            </a:extLst>
          </p:cNvPr>
          <p:cNvSpPr/>
          <p:nvPr/>
        </p:nvSpPr>
        <p:spPr>
          <a:xfrm rot="19639793">
            <a:off x="1603917" y="5514452"/>
            <a:ext cx="446567" cy="176198"/>
          </a:xfrm>
          <a:prstGeom prst="corner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780CCCA-477A-BAA0-E94A-FCA28681F40B}"/>
              </a:ext>
            </a:extLst>
          </p:cNvPr>
          <p:cNvSpPr/>
          <p:nvPr/>
        </p:nvSpPr>
        <p:spPr>
          <a:xfrm>
            <a:off x="5252482" y="5057043"/>
            <a:ext cx="353513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IIIT Dharwad Logo">
            <a:extLst>
              <a:ext uri="{FF2B5EF4-FFF2-40B4-BE49-F238E27FC236}">
                <a16:creationId xmlns:a16="http://schemas.microsoft.com/office/drawing/2014/main" id="{E3367015-CA8A-E797-1283-F6BB84A41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2125-EB5B-3D65-C9A7-54629A81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05" y="105628"/>
            <a:ext cx="10427970" cy="1450757"/>
          </a:xfrm>
        </p:spPr>
        <p:txBody>
          <a:bodyPr>
            <a:normAutofit/>
          </a:bodyPr>
          <a:lstStyle/>
          <a:p>
            <a:r>
              <a:rPr lang="en-US" sz="3800" dirty="0"/>
              <a:t>3. Modeling Spoken Information Queries for Virtual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35E1-A27C-62D9-2DDA-B9B28E56B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677" y="2211538"/>
            <a:ext cx="11083217" cy="1628138"/>
          </a:xfrm>
          <a:noFill/>
        </p:spPr>
        <p:txBody>
          <a:bodyPr wrap="square">
            <a:spAutoFit/>
          </a:bodyPr>
          <a:lstStyle/>
          <a:p>
            <a:pPr marL="342900" indent="-342900" defTabSz="457200"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70C0"/>
                </a:solidFill>
              </a:rPr>
              <a:t> Use of Query Domain Classification &amp;  </a:t>
            </a:r>
          </a:p>
          <a:p>
            <a:pPr marL="0" indent="0" defTabSz="457200">
              <a:buNone/>
            </a:pPr>
            <a:r>
              <a:rPr lang="en-US" sz="1800" b="1" dirty="0">
                <a:solidFill>
                  <a:srgbClr val="0070C0"/>
                </a:solidFill>
              </a:rPr>
              <a:t>        Effective Integration of Contextual signals into E2E-ASR systems</a:t>
            </a:r>
          </a:p>
          <a:p>
            <a:pPr marL="342900" indent="-342900" defTabSz="457200">
              <a:buFont typeface="Wingdings" panose="05000000000000000000" pitchFamily="2" charset="2"/>
              <a:buChar char="ü"/>
            </a:pPr>
            <a:endParaRPr lang="en-US" sz="1800" b="1" dirty="0">
              <a:solidFill>
                <a:srgbClr val="0070C0"/>
              </a:solidFill>
            </a:endParaRPr>
          </a:p>
          <a:p>
            <a:pPr marL="342900" indent="-342900" defTabSz="457200">
              <a:buFont typeface="Wingdings" panose="05000000000000000000" pitchFamily="2" charset="2"/>
              <a:buChar char="ü"/>
            </a:pPr>
            <a:endParaRPr lang="en-US" sz="1800" b="1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69E09-E5E6-8753-2BB0-CAA2AC6C4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96" y="2957576"/>
            <a:ext cx="5655587" cy="60995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DED1B94-74AE-5AA0-51D6-882266C016AD}"/>
              </a:ext>
            </a:extLst>
          </p:cNvPr>
          <p:cNvSpPr/>
          <p:nvPr/>
        </p:nvSpPr>
        <p:spPr>
          <a:xfrm>
            <a:off x="9539240" y="2319050"/>
            <a:ext cx="838200" cy="71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6DC597-578C-0AEA-DEFB-9BD405C2FCD8}"/>
              </a:ext>
            </a:extLst>
          </p:cNvPr>
          <p:cNvSpPr txBox="1"/>
          <p:nvPr/>
        </p:nvSpPr>
        <p:spPr>
          <a:xfrm>
            <a:off x="7515225" y="2073831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Who is Modi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2C162-999D-D8C1-C673-F2D169AAFA6B}"/>
              </a:ext>
            </a:extLst>
          </p:cNvPr>
          <p:cNvSpPr txBox="1"/>
          <p:nvPr/>
        </p:nvSpPr>
        <p:spPr>
          <a:xfrm>
            <a:off x="10670522" y="2171533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Encyclopedia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E53FE-75ED-2F0E-BA8A-720F2BD380A9}"/>
              </a:ext>
            </a:extLst>
          </p:cNvPr>
          <p:cNvSpPr txBox="1"/>
          <p:nvPr/>
        </p:nvSpPr>
        <p:spPr>
          <a:xfrm>
            <a:off x="7516461" y="2477185"/>
            <a:ext cx="1781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Play a song “The Look”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DEBB1B-A14A-86D3-28A9-F70E1EA18AEC}"/>
              </a:ext>
            </a:extLst>
          </p:cNvPr>
          <p:cNvCxnSpPr>
            <a:stCxn id="10" idx="3"/>
            <a:endCxn id="9" idx="2"/>
          </p:cNvCxnSpPr>
          <p:nvPr/>
        </p:nvCxnSpPr>
        <p:spPr>
          <a:xfrm>
            <a:off x="9051223" y="2258497"/>
            <a:ext cx="488017" cy="417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CD7E89-2C8E-62C8-BD74-D91F23A48E0A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9046413" y="2676238"/>
            <a:ext cx="492827" cy="529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984F8A59-1881-CEE2-369B-EDE29EF73729}"/>
              </a:ext>
            </a:extLst>
          </p:cNvPr>
          <p:cNvSpPr/>
          <p:nvPr/>
        </p:nvSpPr>
        <p:spPr>
          <a:xfrm rot="5400000">
            <a:off x="9647820" y="1156529"/>
            <a:ext cx="326266" cy="4390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B08F31-56B2-78F0-DA97-DCC632D6AAC2}"/>
              </a:ext>
            </a:extLst>
          </p:cNvPr>
          <p:cNvCxnSpPr>
            <a:stCxn id="9" idx="6"/>
            <a:endCxn id="11" idx="1"/>
          </p:cNvCxnSpPr>
          <p:nvPr/>
        </p:nvCxnSpPr>
        <p:spPr>
          <a:xfrm flipV="1">
            <a:off x="10377440" y="2356199"/>
            <a:ext cx="293082" cy="320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96942C-3228-D6A2-341C-8830130185CC}"/>
              </a:ext>
            </a:extLst>
          </p:cNvPr>
          <p:cNvSpPr txBox="1"/>
          <p:nvPr/>
        </p:nvSpPr>
        <p:spPr>
          <a:xfrm>
            <a:off x="10709144" y="1800633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Lang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91C144-CE32-07C8-BC99-0CBE5830C7E3}"/>
              </a:ext>
            </a:extLst>
          </p:cNvPr>
          <p:cNvSpPr txBox="1"/>
          <p:nvPr/>
        </p:nvSpPr>
        <p:spPr>
          <a:xfrm>
            <a:off x="10788527" y="2715352"/>
            <a:ext cx="12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Play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1AB08D-DB0A-F721-CB10-8F09C6667CBB}"/>
              </a:ext>
            </a:extLst>
          </p:cNvPr>
          <p:cNvCxnSpPr>
            <a:stCxn id="9" idx="6"/>
            <a:endCxn id="24" idx="1"/>
          </p:cNvCxnSpPr>
          <p:nvPr/>
        </p:nvCxnSpPr>
        <p:spPr>
          <a:xfrm>
            <a:off x="10377440" y="2676238"/>
            <a:ext cx="411087" cy="22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lus Sign 30">
            <a:extLst>
              <a:ext uri="{FF2B5EF4-FFF2-40B4-BE49-F238E27FC236}">
                <a16:creationId xmlns:a16="http://schemas.microsoft.com/office/drawing/2014/main" id="{B2CB3E43-69F8-680F-9608-67F040A0963E}"/>
              </a:ext>
            </a:extLst>
          </p:cNvPr>
          <p:cNvSpPr/>
          <p:nvPr/>
        </p:nvSpPr>
        <p:spPr>
          <a:xfrm>
            <a:off x="10151294" y="2052076"/>
            <a:ext cx="466719" cy="40240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0D993A-3103-6F64-B22A-F8E182E382E7}"/>
              </a:ext>
            </a:extLst>
          </p:cNvPr>
          <p:cNvSpPr/>
          <p:nvPr/>
        </p:nvSpPr>
        <p:spPr>
          <a:xfrm>
            <a:off x="9159186" y="1779751"/>
            <a:ext cx="994513" cy="5278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Context Info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D4A5F9-E53D-80B2-55C3-27A6D9958553}"/>
              </a:ext>
            </a:extLst>
          </p:cNvPr>
          <p:cNvSpPr txBox="1"/>
          <p:nvPr/>
        </p:nvSpPr>
        <p:spPr>
          <a:xfrm>
            <a:off x="7615882" y="1750373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Queries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BB1171-C466-37C7-E1DC-AA11AFEA21F2}"/>
              </a:ext>
            </a:extLst>
          </p:cNvPr>
          <p:cNvSpPr txBox="1"/>
          <p:nvPr/>
        </p:nvSpPr>
        <p:spPr>
          <a:xfrm>
            <a:off x="7442204" y="3552988"/>
            <a:ext cx="47379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1. Domain Classification at Runtime to guide ASR decoding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F31B68-51B4-2599-87C3-170E140D35CE}"/>
              </a:ext>
            </a:extLst>
          </p:cNvPr>
          <p:cNvSpPr txBox="1"/>
          <p:nvPr/>
        </p:nvSpPr>
        <p:spPr>
          <a:xfrm>
            <a:off x="7455218" y="3895608"/>
            <a:ext cx="39217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2. Using classification of queries at training time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E5D35C-97DF-ACBF-980D-2B3165F564D2}"/>
              </a:ext>
            </a:extLst>
          </p:cNvPr>
          <p:cNvSpPr txBox="1"/>
          <p:nvPr/>
        </p:nvSpPr>
        <p:spPr>
          <a:xfrm>
            <a:off x="1048677" y="17070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Identified Research Gaps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0AA295-363E-639B-3E93-FC14C0F3F23D}"/>
              </a:ext>
            </a:extLst>
          </p:cNvPr>
          <p:cNvSpPr txBox="1"/>
          <p:nvPr/>
        </p:nvSpPr>
        <p:spPr>
          <a:xfrm>
            <a:off x="1048677" y="5098778"/>
            <a:ext cx="104279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</a:rPr>
              <a:t>Personalization</a:t>
            </a:r>
            <a:r>
              <a:rPr lang="en-US" b="1" dirty="0">
                <a:solidFill>
                  <a:srgbClr val="0070C0"/>
                </a:solidFill>
              </a:rPr>
              <a:t> of ASR Query model in E2E ASR systems (</a:t>
            </a:r>
            <a:r>
              <a:rPr lang="en-US" b="1" dirty="0" err="1">
                <a:solidFill>
                  <a:srgbClr val="0070C0"/>
                </a:solidFill>
              </a:rPr>
              <a:t>e.g</a:t>
            </a:r>
            <a:r>
              <a:rPr lang="en-US" b="1" dirty="0">
                <a:solidFill>
                  <a:srgbClr val="0070C0"/>
                </a:solidFill>
              </a:rPr>
              <a:t> user models based on query behavior)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D490D1-1EDB-74FD-AB46-5A22C9205374}"/>
              </a:ext>
            </a:extLst>
          </p:cNvPr>
          <p:cNvSpPr txBox="1"/>
          <p:nvPr/>
        </p:nvSpPr>
        <p:spPr>
          <a:xfrm>
            <a:off x="1048677" y="4613490"/>
            <a:ext cx="10476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</a:rPr>
              <a:t>Presence of Domain Gap </a:t>
            </a:r>
            <a:r>
              <a:rPr lang="en-US" sz="2000" b="1" dirty="0" err="1">
                <a:solidFill>
                  <a:srgbClr val="0070C0"/>
                </a:solidFill>
              </a:rPr>
              <a:t>inspite</a:t>
            </a:r>
            <a:r>
              <a:rPr lang="en-US" sz="2000" b="1" dirty="0">
                <a:solidFill>
                  <a:srgbClr val="0070C0"/>
                </a:solidFill>
              </a:rPr>
              <a:t> of using a large pre-trained Transformer LM to improve ASR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FB5A4BA-D752-EF6C-8EEF-012F088B8870}"/>
              </a:ext>
            </a:extLst>
          </p:cNvPr>
          <p:cNvSpPr/>
          <p:nvPr/>
        </p:nvSpPr>
        <p:spPr>
          <a:xfrm>
            <a:off x="7455218" y="1779751"/>
            <a:ext cx="4705494" cy="24615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2573BA-06EB-F3BA-A954-F87A3785EB12}"/>
              </a:ext>
            </a:extLst>
          </p:cNvPr>
          <p:cNvSpPr txBox="1"/>
          <p:nvPr/>
        </p:nvSpPr>
        <p:spPr>
          <a:xfrm>
            <a:off x="1048677" y="3535083"/>
            <a:ext cx="613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Integration of External LMs in E2E ASR Systems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58C051-6495-A794-3BE4-32DC4B6C8598}"/>
              </a:ext>
            </a:extLst>
          </p:cNvPr>
          <p:cNvSpPr txBox="1"/>
          <p:nvPr/>
        </p:nvSpPr>
        <p:spPr>
          <a:xfrm>
            <a:off x="1048677" y="5540156"/>
            <a:ext cx="10957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Size </a:t>
            </a:r>
            <a:r>
              <a:rPr lang="en-US" sz="800" b="1" dirty="0">
                <a:solidFill>
                  <a:srgbClr val="0070C0"/>
                </a:solidFill>
              </a:rPr>
              <a:t>NNLM   </a:t>
            </a:r>
            <a:r>
              <a:rPr lang="en-US" b="1" dirty="0">
                <a:solidFill>
                  <a:srgbClr val="0070C0"/>
                </a:solidFill>
              </a:rPr>
              <a:t>&lt; Size </a:t>
            </a:r>
            <a:r>
              <a:rPr lang="en-US" sz="1000" b="1" dirty="0">
                <a:solidFill>
                  <a:srgbClr val="0070C0"/>
                </a:solidFill>
              </a:rPr>
              <a:t>N-Gram </a:t>
            </a:r>
            <a:r>
              <a:rPr lang="en-US" sz="800" b="1" dirty="0">
                <a:solidFill>
                  <a:srgbClr val="0070C0"/>
                </a:solidFill>
              </a:rPr>
              <a:t>LM </a:t>
            </a:r>
            <a:r>
              <a:rPr lang="en-US" b="1" dirty="0">
                <a:solidFill>
                  <a:srgbClr val="0070C0"/>
                </a:solidFill>
              </a:rPr>
              <a:t>,  Training NNLM on diverse datasets is difficult because of domain mismatch, federated learning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F6C934-56F7-FC5F-BC58-D1B88C30445D}"/>
              </a:ext>
            </a:extLst>
          </p:cNvPr>
          <p:cNvSpPr txBox="1"/>
          <p:nvPr/>
        </p:nvSpPr>
        <p:spPr>
          <a:xfrm>
            <a:off x="1048677" y="3948206"/>
            <a:ext cx="6133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70C0"/>
                </a:solidFill>
              </a:rPr>
              <a:t>Entity Popularity Adaption Methods (Popularity in Source Application vs VA application (</a:t>
            </a:r>
            <a:r>
              <a:rPr lang="en-US" b="1" dirty="0" err="1">
                <a:solidFill>
                  <a:srgbClr val="0070C0"/>
                </a:solidFill>
              </a:rPr>
              <a:t>e.g</a:t>
            </a:r>
            <a:r>
              <a:rPr lang="en-US" b="1" dirty="0">
                <a:solidFill>
                  <a:srgbClr val="0070C0"/>
                </a:solidFill>
              </a:rPr>
              <a:t> demographics)</a:t>
            </a:r>
          </a:p>
        </p:txBody>
      </p:sp>
      <p:pic>
        <p:nvPicPr>
          <p:cNvPr id="51" name="Picture 2" descr="IIIT Dharwad Logo">
            <a:extLst>
              <a:ext uri="{FF2B5EF4-FFF2-40B4-BE49-F238E27FC236}">
                <a16:creationId xmlns:a16="http://schemas.microsoft.com/office/drawing/2014/main" id="{F731133D-C6E5-099F-1764-8C6E86AF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06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C2E4-1579-0C04-2244-7AE4AA48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interests and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9B46-AAB4-FFF0-021F-E241E0A4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Intelligent Information retrieval from Multi-modal domain(using RAGS)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Multi-modal Information retrieval in low-footprint systems (edge based systems)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Improving information retrieval from spoken queries to improve personalization </a:t>
            </a:r>
          </a:p>
        </p:txBody>
      </p:sp>
    </p:spTree>
    <p:extLst>
      <p:ext uri="{BB962C8B-B14F-4D97-AF65-F5344CB8AC3E}">
        <p14:creationId xmlns:p14="http://schemas.microsoft.com/office/powerpoint/2010/main" val="46340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43CB-ABE1-ADB8-A777-01577764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CB52-D420-8207-67A6-B3F6AA9BC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973" y="1845734"/>
            <a:ext cx="10058400" cy="402336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- Incorporate feedback from this session </a:t>
            </a:r>
          </a:p>
          <a:p>
            <a:r>
              <a:rPr lang="en-US" dirty="0"/>
              <a:t>- </a:t>
            </a:r>
            <a:r>
              <a:rPr lang="en-US" dirty="0" err="1"/>
              <a:t>LLaMA</a:t>
            </a:r>
            <a:r>
              <a:rPr lang="en-US" dirty="0"/>
              <a:t> – OMNI : Seamless Speech Interaction with Large Language models (</a:t>
            </a:r>
            <a:r>
              <a:rPr lang="en-US" dirty="0">
                <a:hlinkClick r:id="rId2"/>
              </a:rPr>
              <a:t>https://arxiv.org/pdf/2409.06666</a:t>
            </a:r>
            <a:r>
              <a:rPr lang="en-US" dirty="0"/>
              <a:t> )  : Speech Interaction with LLMs (Pretrained Speech Encode + Speech Adaptor + LLM + Streaming Speech Decoder)</a:t>
            </a:r>
          </a:p>
          <a:p>
            <a:r>
              <a:rPr lang="en-US" dirty="0"/>
              <a:t>- Review paper on multimodality </a:t>
            </a:r>
            <a:r>
              <a:rPr lang="en-US" dirty="0" err="1"/>
              <a:t>Dawei</a:t>
            </a:r>
            <a:r>
              <a:rPr lang="en-US" dirty="0"/>
              <a:t> Huang, Chuan Yan, Qing Li, and </a:t>
            </a:r>
            <a:r>
              <a:rPr lang="en-US" dirty="0" err="1"/>
              <a:t>Xiaojiang</a:t>
            </a:r>
            <a:r>
              <a:rPr lang="en-US" dirty="0"/>
              <a:t> Peng, “From large language models to large multimodal models: A literature review,” Applied Sciences, vol. 14, no. 12, 2024.</a:t>
            </a:r>
          </a:p>
          <a:p>
            <a:r>
              <a:rPr lang="en-US" dirty="0"/>
              <a:t>- </a:t>
            </a:r>
            <a:r>
              <a:rPr lang="en-US" dirty="0" err="1"/>
              <a:t>Changli</a:t>
            </a:r>
            <a:r>
              <a:rPr lang="en-US" dirty="0"/>
              <a:t> Tang, </a:t>
            </a:r>
            <a:r>
              <a:rPr lang="en-US" dirty="0" err="1"/>
              <a:t>Wenyi</a:t>
            </a:r>
            <a:r>
              <a:rPr lang="en-US" dirty="0"/>
              <a:t> Yu, </a:t>
            </a:r>
            <a:r>
              <a:rPr lang="en-US" dirty="0" err="1"/>
              <a:t>Guangzhi</a:t>
            </a:r>
            <a:r>
              <a:rPr lang="en-US" dirty="0"/>
              <a:t> Sun, </a:t>
            </a:r>
            <a:r>
              <a:rPr lang="en-US" dirty="0" err="1"/>
              <a:t>Xianzhao</a:t>
            </a:r>
            <a:r>
              <a:rPr lang="en-US" dirty="0"/>
              <a:t> Chen, Tian Tan, Wei Li, Lu </a:t>
            </a:r>
            <a:r>
              <a:rPr lang="en-US" dirty="0" err="1"/>
              <a:t>Lu</a:t>
            </a:r>
            <a:r>
              <a:rPr lang="en-US" dirty="0"/>
              <a:t>, </a:t>
            </a:r>
            <a:r>
              <a:rPr lang="en-US" dirty="0" err="1"/>
              <a:t>Zejun</a:t>
            </a:r>
            <a:r>
              <a:rPr lang="en-US" dirty="0"/>
              <a:t> Ma, and Chao Zhang, “</a:t>
            </a:r>
            <a:r>
              <a:rPr lang="en-US" dirty="0" err="1"/>
              <a:t>Salmonn</a:t>
            </a:r>
            <a:r>
              <a:rPr lang="en-US" dirty="0"/>
              <a:t>: Towards generic hearing abilities for large language models,” </a:t>
            </a:r>
            <a:r>
              <a:rPr lang="en-US" dirty="0" err="1"/>
              <a:t>arXiv</a:t>
            </a:r>
            <a:r>
              <a:rPr lang="en-US" dirty="0"/>
              <a:t> preprint arXiv:2310.13289, 2023. </a:t>
            </a:r>
          </a:p>
          <a:p>
            <a:r>
              <a:rPr lang="en-US" dirty="0"/>
              <a:t>- </a:t>
            </a:r>
            <a:r>
              <a:rPr lang="en-US" dirty="0" err="1"/>
              <a:t>Xiaofei</a:t>
            </a:r>
            <a:r>
              <a:rPr lang="en-US" dirty="0"/>
              <a:t> Wang, Manthan </a:t>
            </a:r>
            <a:r>
              <a:rPr lang="en-US" dirty="0" err="1"/>
              <a:t>Thakker</a:t>
            </a:r>
            <a:r>
              <a:rPr lang="en-US" dirty="0"/>
              <a:t>, </a:t>
            </a:r>
            <a:r>
              <a:rPr lang="en-US" dirty="0" err="1"/>
              <a:t>Zhuo</a:t>
            </a:r>
            <a:r>
              <a:rPr lang="en-US" dirty="0"/>
              <a:t> Chen, </a:t>
            </a:r>
            <a:r>
              <a:rPr lang="en-US" dirty="0" err="1"/>
              <a:t>Naoyuki</a:t>
            </a:r>
            <a:r>
              <a:rPr lang="en-US" dirty="0"/>
              <a:t> Kanda, </a:t>
            </a:r>
            <a:r>
              <a:rPr lang="en-US" dirty="0" err="1"/>
              <a:t>Sefik</a:t>
            </a:r>
            <a:r>
              <a:rPr lang="en-US" dirty="0"/>
              <a:t> Emre </a:t>
            </a:r>
            <a:r>
              <a:rPr lang="en-US" dirty="0" err="1"/>
              <a:t>Eskimez</a:t>
            </a:r>
            <a:r>
              <a:rPr lang="en-US" dirty="0"/>
              <a:t>, </a:t>
            </a:r>
            <a:r>
              <a:rPr lang="en-US" dirty="0" err="1"/>
              <a:t>Sanyuan</a:t>
            </a:r>
            <a:r>
              <a:rPr lang="en-US" dirty="0"/>
              <a:t> Chen, Min Tang, </a:t>
            </a:r>
            <a:r>
              <a:rPr lang="en-US" dirty="0" err="1"/>
              <a:t>Shujie</a:t>
            </a:r>
            <a:r>
              <a:rPr lang="en-US" dirty="0"/>
              <a:t> Liu, </a:t>
            </a:r>
            <a:r>
              <a:rPr lang="en-US" dirty="0" err="1"/>
              <a:t>Jinyu</a:t>
            </a:r>
            <a:r>
              <a:rPr lang="en-US" dirty="0"/>
              <a:t> Li, and Takuya Yoshioka, “</a:t>
            </a:r>
            <a:r>
              <a:rPr lang="en-US" dirty="0" err="1"/>
              <a:t>Speechx</a:t>
            </a:r>
            <a:r>
              <a:rPr lang="en-US" dirty="0"/>
              <a:t>: Neural codec language model as a versatile speech transformer,” IEEE/ACM Transactions on Audio, Speech, and Language Processing, 2024. </a:t>
            </a:r>
          </a:p>
          <a:p>
            <a:r>
              <a:rPr lang="en-US" dirty="0"/>
              <a:t>- </a:t>
            </a:r>
            <a:r>
              <a:rPr lang="en-US" dirty="0" err="1"/>
              <a:t>Yassir</a:t>
            </a:r>
            <a:r>
              <a:rPr lang="en-US" dirty="0"/>
              <a:t> </a:t>
            </a:r>
            <a:r>
              <a:rPr lang="en-US" dirty="0" err="1"/>
              <a:t>Fathullah</a:t>
            </a:r>
            <a:r>
              <a:rPr lang="en-US" dirty="0"/>
              <a:t>, </a:t>
            </a:r>
            <a:r>
              <a:rPr lang="en-US" dirty="0" err="1"/>
              <a:t>Chunyang</a:t>
            </a:r>
            <a:r>
              <a:rPr lang="en-US" dirty="0"/>
              <a:t> Wu, </a:t>
            </a:r>
            <a:r>
              <a:rPr lang="en-US" dirty="0" err="1"/>
              <a:t>Egor</a:t>
            </a:r>
            <a:r>
              <a:rPr lang="en-US" dirty="0"/>
              <a:t> </a:t>
            </a:r>
            <a:r>
              <a:rPr lang="en-US" dirty="0" err="1"/>
              <a:t>Lakomkin</a:t>
            </a:r>
            <a:r>
              <a:rPr lang="en-US" dirty="0"/>
              <a:t>, </a:t>
            </a:r>
            <a:r>
              <a:rPr lang="en-US" dirty="0" err="1"/>
              <a:t>Junteng</a:t>
            </a:r>
            <a:r>
              <a:rPr lang="en-US" dirty="0"/>
              <a:t> Jia, Yuan </a:t>
            </a:r>
            <a:r>
              <a:rPr lang="en-US" dirty="0" err="1"/>
              <a:t>Shangguan</a:t>
            </a:r>
            <a:r>
              <a:rPr lang="en-US" dirty="0"/>
              <a:t>, Ke Li, </a:t>
            </a:r>
            <a:r>
              <a:rPr lang="en-US" dirty="0" err="1"/>
              <a:t>Jinxi</a:t>
            </a:r>
            <a:r>
              <a:rPr lang="en-US" dirty="0"/>
              <a:t> Guo, </a:t>
            </a:r>
            <a:r>
              <a:rPr lang="en-US" dirty="0" err="1"/>
              <a:t>Wenhan</a:t>
            </a:r>
            <a:r>
              <a:rPr lang="en-US" dirty="0"/>
              <a:t> Xiong, Jay </a:t>
            </a:r>
            <a:r>
              <a:rPr lang="en-US" dirty="0" err="1"/>
              <a:t>Mahadeokar</a:t>
            </a:r>
            <a:r>
              <a:rPr lang="en-US" dirty="0"/>
              <a:t>, </a:t>
            </a:r>
            <a:r>
              <a:rPr lang="en-US" dirty="0" err="1"/>
              <a:t>Ozlem</a:t>
            </a:r>
            <a:r>
              <a:rPr lang="en-US" dirty="0"/>
              <a:t> </a:t>
            </a:r>
            <a:r>
              <a:rPr lang="en-US" dirty="0" err="1"/>
              <a:t>Kalinli</a:t>
            </a:r>
            <a:r>
              <a:rPr lang="en-US" dirty="0"/>
              <a:t>, et al., “Prompting large language models with speech recognition abilities,” in ICASSP 2024-2024 IEEE International Conference on Acoustics, Speech and Signal Processing (ICASSP). IEEE, 2024, pp. 13351–13355.</a:t>
            </a:r>
          </a:p>
          <a:p>
            <a:r>
              <a:rPr lang="en-US" dirty="0"/>
              <a:t>- Soham Deshmukh, Benjamin Elizalde, Rita Singh, and </a:t>
            </a:r>
            <a:r>
              <a:rPr lang="en-US" dirty="0" err="1"/>
              <a:t>Huaming</a:t>
            </a:r>
            <a:r>
              <a:rPr lang="en-US" dirty="0"/>
              <a:t> Wang, “</a:t>
            </a:r>
            <a:r>
              <a:rPr lang="en-US" dirty="0" err="1"/>
              <a:t>Pengi</a:t>
            </a:r>
            <a:r>
              <a:rPr lang="en-US" dirty="0"/>
              <a:t>: An audio language model for audio tasks,” in Advances in Neural Information Processing Systems, A. Oh, T. Naumann, A. </a:t>
            </a:r>
            <a:r>
              <a:rPr lang="en-US" dirty="0" err="1"/>
              <a:t>Globerson</a:t>
            </a:r>
            <a:r>
              <a:rPr lang="en-US" dirty="0"/>
              <a:t>, K. </a:t>
            </a:r>
            <a:r>
              <a:rPr lang="en-US" dirty="0" err="1"/>
              <a:t>Saenko</a:t>
            </a:r>
            <a:r>
              <a:rPr lang="en-US" dirty="0"/>
              <a:t>, M. Hardt, and S. Levine, Eds. 2023, vol. 36, pp. 18090–18108, Curran Associates, Inc. </a:t>
            </a:r>
          </a:p>
          <a:p>
            <a:r>
              <a:rPr lang="en-US" dirty="0"/>
              <a:t>- </a:t>
            </a:r>
            <a:r>
              <a:rPr lang="en-US" dirty="0" err="1"/>
              <a:t>Emiru</a:t>
            </a:r>
            <a:r>
              <a:rPr lang="en-US" dirty="0"/>
              <a:t> </a:t>
            </a:r>
            <a:r>
              <a:rPr lang="en-US" dirty="0" err="1"/>
              <a:t>Tsunoo</a:t>
            </a:r>
            <a:r>
              <a:rPr lang="en-US" dirty="0"/>
              <a:t>, </a:t>
            </a:r>
            <a:r>
              <a:rPr lang="en-US" dirty="0" err="1"/>
              <a:t>Hayato</a:t>
            </a:r>
            <a:r>
              <a:rPr lang="en-US" dirty="0"/>
              <a:t> </a:t>
            </a:r>
            <a:r>
              <a:rPr lang="en-US" dirty="0" err="1"/>
              <a:t>Futami</a:t>
            </a:r>
            <a:r>
              <a:rPr lang="en-US" dirty="0"/>
              <a:t>, Yosuke </a:t>
            </a:r>
            <a:r>
              <a:rPr lang="en-US" dirty="0" err="1"/>
              <a:t>Kashiwagi</a:t>
            </a:r>
            <a:r>
              <a:rPr lang="en-US" dirty="0"/>
              <a:t>, Siddhant Arora, and Shinji Watanabe, “Decoder-only architecture for speech recognition with </a:t>
            </a:r>
            <a:r>
              <a:rPr lang="en-US" dirty="0" err="1"/>
              <a:t>ctc</a:t>
            </a:r>
            <a:r>
              <a:rPr lang="en-US" dirty="0"/>
              <a:t> prompts and text data augmentation,” 2024.</a:t>
            </a:r>
          </a:p>
        </p:txBody>
      </p:sp>
      <p:pic>
        <p:nvPicPr>
          <p:cNvPr id="4" name="Picture 2" descr="IIIT Dharwad Logo">
            <a:extLst>
              <a:ext uri="{FF2B5EF4-FFF2-40B4-BE49-F238E27FC236}">
                <a16:creationId xmlns:a16="http://schemas.microsoft.com/office/drawing/2014/main" id="{38205BCA-0195-D897-71C9-7405FDBBE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609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62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6D48-C084-A718-65E7-3D25A1AD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93DA6-B749-999C-C4EA-6A1C8255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Thank You !!!!</a:t>
            </a:r>
          </a:p>
        </p:txBody>
      </p:sp>
      <p:pic>
        <p:nvPicPr>
          <p:cNvPr id="4" name="Picture 2" descr="IIIT Dharwad Logo">
            <a:extLst>
              <a:ext uri="{FF2B5EF4-FFF2-40B4-BE49-F238E27FC236}">
                <a16:creationId xmlns:a16="http://schemas.microsoft.com/office/drawing/2014/main" id="{ED8633E2-4C67-98CD-E88A-0622880A7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13598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17048</TotalTime>
  <Words>1475</Words>
  <Application>Microsoft Macintosh PowerPoint</Application>
  <PresentationFormat>Widescreen</PresentationFormat>
  <Paragraphs>157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var(--headings-font-family)</vt:lpstr>
      <vt:lpstr>Wingdings</vt:lpstr>
      <vt:lpstr>Retrospect</vt:lpstr>
      <vt:lpstr>Literature Review &amp; Seminar</vt:lpstr>
      <vt:lpstr>Research Journey &amp; Goals</vt:lpstr>
      <vt:lpstr>Literature Review (12th Feb 2025)</vt:lpstr>
      <vt:lpstr>1a. A survey on Speech Language Models</vt:lpstr>
      <vt:lpstr>1b. A survey on Speech Language Models</vt:lpstr>
      <vt:lpstr>1c. A survey on Speech Language Models</vt:lpstr>
      <vt:lpstr>2a. Recent Advances in Speech Language Models</vt:lpstr>
      <vt:lpstr>2b. Recent Advances in Speech Language Models</vt:lpstr>
      <vt:lpstr>2c. Recent Advances in Speech Language Models</vt:lpstr>
      <vt:lpstr>3. Modeling Spoken Information Queries for Virtual Assistants</vt:lpstr>
      <vt:lpstr>3. Modeling Spoken Information Queries for Virtual Assistants</vt:lpstr>
      <vt:lpstr>Research interests and Topics</vt:lpstr>
      <vt:lpstr>Next Steps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&amp; Seminar</dc:title>
  <dc:creator>Ghosal Sabyasachi (MS/EHM-TD-PJ1)</dc:creator>
  <cp:lastModifiedBy>Ghosal Sabyasachi (MS/EHM-TD-PJ1)</cp:lastModifiedBy>
  <cp:revision>1</cp:revision>
  <dcterms:created xsi:type="dcterms:W3CDTF">2025-01-28T00:44:11Z</dcterms:created>
  <dcterms:modified xsi:type="dcterms:W3CDTF">2025-02-09T05:46:44Z</dcterms:modified>
</cp:coreProperties>
</file>