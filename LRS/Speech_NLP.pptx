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5"/>
  </p:notesMasterIdLst>
  <p:sldIdLst>
    <p:sldId id="256" r:id="rId2"/>
    <p:sldId id="260" r:id="rId3"/>
    <p:sldId id="27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238" autoAdjust="0"/>
  </p:normalViewPr>
  <p:slideViewPr>
    <p:cSldViewPr snapToGrid="0">
      <p:cViewPr varScale="1">
        <p:scale>
          <a:sx n="108" d="100"/>
          <a:sy n="108" d="100"/>
        </p:scale>
        <p:origin x="1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sal Sabyasachi (MS/EHM-TD-PJ1)" userId="b0405bf8-2b0b-40cc-9eb8-56f3c12ae731" providerId="ADAL" clId="{CA078C19-4265-5742-A7A5-7D15A55052FC}"/>
    <pc:docChg chg="delSld modSld">
      <pc:chgData name="Ghosal Sabyasachi (MS/EHM-TD-PJ1)" userId="b0405bf8-2b0b-40cc-9eb8-56f3c12ae731" providerId="ADAL" clId="{CA078C19-4265-5742-A7A5-7D15A55052FC}" dt="2025-03-29T10:21:22.146" v="27" actId="2696"/>
      <pc:docMkLst>
        <pc:docMk/>
      </pc:docMkLst>
      <pc:sldChg chg="modSp mod">
        <pc:chgData name="Ghosal Sabyasachi (MS/EHM-TD-PJ1)" userId="b0405bf8-2b0b-40cc-9eb8-56f3c12ae731" providerId="ADAL" clId="{CA078C19-4265-5742-A7A5-7D15A55052FC}" dt="2025-03-29T10:21:10.032" v="17" actId="20577"/>
        <pc:sldMkLst>
          <pc:docMk/>
          <pc:sldMk cId="3908373571" sldId="256"/>
        </pc:sldMkLst>
        <pc:spChg chg="mod">
          <ac:chgData name="Ghosal Sabyasachi (MS/EHM-TD-PJ1)" userId="b0405bf8-2b0b-40cc-9eb8-56f3c12ae731" providerId="ADAL" clId="{CA078C19-4265-5742-A7A5-7D15A55052FC}" dt="2025-03-29T10:21:10.032" v="17" actId="20577"/>
          <ac:spMkLst>
            <pc:docMk/>
            <pc:sldMk cId="3908373571" sldId="256"/>
            <ac:spMk id="2" creationId="{BFC23AA2-8A8E-4608-C0EC-83E36C068DC3}"/>
          </ac:spMkLst>
        </pc:spChg>
      </pc:sldChg>
      <pc:sldChg chg="del">
        <pc:chgData name="Ghosal Sabyasachi (MS/EHM-TD-PJ1)" userId="b0405bf8-2b0b-40cc-9eb8-56f3c12ae731" providerId="ADAL" clId="{CA078C19-4265-5742-A7A5-7D15A55052FC}" dt="2025-03-29T10:21:22.089" v="18" actId="2696"/>
        <pc:sldMkLst>
          <pc:docMk/>
          <pc:sldMk cId="2732896115" sldId="261"/>
        </pc:sldMkLst>
      </pc:sldChg>
      <pc:sldChg chg="del">
        <pc:chgData name="Ghosal Sabyasachi (MS/EHM-TD-PJ1)" userId="b0405bf8-2b0b-40cc-9eb8-56f3c12ae731" providerId="ADAL" clId="{CA078C19-4265-5742-A7A5-7D15A55052FC}" dt="2025-03-29T10:21:22.146" v="27" actId="2696"/>
        <pc:sldMkLst>
          <pc:docMk/>
          <pc:sldMk cId="3745135982" sldId="266"/>
        </pc:sldMkLst>
      </pc:sldChg>
      <pc:sldChg chg="del">
        <pc:chgData name="Ghosal Sabyasachi (MS/EHM-TD-PJ1)" userId="b0405bf8-2b0b-40cc-9eb8-56f3c12ae731" providerId="ADAL" clId="{CA078C19-4265-5742-A7A5-7D15A55052FC}" dt="2025-03-29T10:21:22.101" v="19" actId="2696"/>
        <pc:sldMkLst>
          <pc:docMk/>
          <pc:sldMk cId="1624759706" sldId="272"/>
        </pc:sldMkLst>
      </pc:sldChg>
      <pc:sldChg chg="del">
        <pc:chgData name="Ghosal Sabyasachi (MS/EHM-TD-PJ1)" userId="b0405bf8-2b0b-40cc-9eb8-56f3c12ae731" providerId="ADAL" clId="{CA078C19-4265-5742-A7A5-7D15A55052FC}" dt="2025-03-29T10:21:22.116" v="21" actId="2696"/>
        <pc:sldMkLst>
          <pc:docMk/>
          <pc:sldMk cId="3632526887" sldId="274"/>
        </pc:sldMkLst>
      </pc:sldChg>
      <pc:sldChg chg="del">
        <pc:chgData name="Ghosal Sabyasachi (MS/EHM-TD-PJ1)" userId="b0405bf8-2b0b-40cc-9eb8-56f3c12ae731" providerId="ADAL" clId="{CA078C19-4265-5742-A7A5-7D15A55052FC}" dt="2025-03-29T10:21:22.107" v="20" actId="2696"/>
        <pc:sldMkLst>
          <pc:docMk/>
          <pc:sldMk cId="3498064156" sldId="275"/>
        </pc:sldMkLst>
      </pc:sldChg>
      <pc:sldChg chg="del">
        <pc:chgData name="Ghosal Sabyasachi (MS/EHM-TD-PJ1)" userId="b0405bf8-2b0b-40cc-9eb8-56f3c12ae731" providerId="ADAL" clId="{CA078C19-4265-5742-A7A5-7D15A55052FC}" dt="2025-03-29T10:21:22.121" v="22" actId="2696"/>
        <pc:sldMkLst>
          <pc:docMk/>
          <pc:sldMk cId="94004801" sldId="276"/>
        </pc:sldMkLst>
      </pc:sldChg>
      <pc:sldChg chg="del">
        <pc:chgData name="Ghosal Sabyasachi (MS/EHM-TD-PJ1)" userId="b0405bf8-2b0b-40cc-9eb8-56f3c12ae731" providerId="ADAL" clId="{CA078C19-4265-5742-A7A5-7D15A55052FC}" dt="2025-03-29T10:21:22.127" v="23" actId="2696"/>
        <pc:sldMkLst>
          <pc:docMk/>
          <pc:sldMk cId="36707226" sldId="277"/>
        </pc:sldMkLst>
      </pc:sldChg>
      <pc:sldChg chg="del">
        <pc:chgData name="Ghosal Sabyasachi (MS/EHM-TD-PJ1)" userId="b0405bf8-2b0b-40cc-9eb8-56f3c12ae731" providerId="ADAL" clId="{CA078C19-4265-5742-A7A5-7D15A55052FC}" dt="2025-03-29T10:21:22.132" v="24" actId="2696"/>
        <pc:sldMkLst>
          <pc:docMk/>
          <pc:sldMk cId="35380317" sldId="278"/>
        </pc:sldMkLst>
      </pc:sldChg>
      <pc:sldChg chg="del">
        <pc:chgData name="Ghosal Sabyasachi (MS/EHM-TD-PJ1)" userId="b0405bf8-2b0b-40cc-9eb8-56f3c12ae731" providerId="ADAL" clId="{CA078C19-4265-5742-A7A5-7D15A55052FC}" dt="2025-03-29T10:21:22.139" v="25" actId="2696"/>
        <pc:sldMkLst>
          <pc:docMk/>
          <pc:sldMk cId="533689683" sldId="279"/>
        </pc:sldMkLst>
      </pc:sldChg>
      <pc:sldChg chg="del">
        <pc:chgData name="Ghosal Sabyasachi (MS/EHM-TD-PJ1)" userId="b0405bf8-2b0b-40cc-9eb8-56f3c12ae731" providerId="ADAL" clId="{CA078C19-4265-5742-A7A5-7D15A55052FC}" dt="2025-03-29T10:21:22.141" v="26" actId="2696"/>
        <pc:sldMkLst>
          <pc:docMk/>
          <pc:sldMk cId="1695622489" sldId="280"/>
        </pc:sldMkLst>
      </pc:sldChg>
    </pc:docChg>
  </pc:docChgLst>
  <pc:docChgLst>
    <pc:chgData name="Ghosal Sabyasachi (MS/EHM-TD-PJ1)" userId="b0405bf8-2b0b-40cc-9eb8-56f3c12ae731" providerId="ADAL" clId="{E1487BF8-9C6A-0444-AA3E-850188B35D91}"/>
    <pc:docChg chg="undo custSel addSld delSld modSld sldOrd">
      <pc:chgData name="Ghosal Sabyasachi (MS/EHM-TD-PJ1)" userId="b0405bf8-2b0b-40cc-9eb8-56f3c12ae731" providerId="ADAL" clId="{E1487BF8-9C6A-0444-AA3E-850188B35D91}" dt="2025-03-12T03:31:14.230" v="2337" actId="20577"/>
      <pc:docMkLst>
        <pc:docMk/>
      </pc:docMkLst>
      <pc:sldChg chg="del">
        <pc:chgData name="Ghosal Sabyasachi (MS/EHM-TD-PJ1)" userId="b0405bf8-2b0b-40cc-9eb8-56f3c12ae731" providerId="ADAL" clId="{E1487BF8-9C6A-0444-AA3E-850188B35D91}" dt="2025-03-02T08:46:05.702" v="2316" actId="2696"/>
        <pc:sldMkLst>
          <pc:docMk/>
          <pc:sldMk cId="2464424170" sldId="257"/>
        </pc:sldMkLst>
      </pc:sldChg>
      <pc:sldChg chg="del">
        <pc:chgData name="Ghosal Sabyasachi (MS/EHM-TD-PJ1)" userId="b0405bf8-2b0b-40cc-9eb8-56f3c12ae731" providerId="ADAL" clId="{E1487BF8-9C6A-0444-AA3E-850188B35D91}" dt="2025-03-02T08:46:05.709" v="2317" actId="2696"/>
        <pc:sldMkLst>
          <pc:docMk/>
          <pc:sldMk cId="2443561363" sldId="258"/>
        </pc:sldMkLst>
      </pc:sldChg>
      <pc:sldChg chg="del">
        <pc:chgData name="Ghosal Sabyasachi (MS/EHM-TD-PJ1)" userId="b0405bf8-2b0b-40cc-9eb8-56f3c12ae731" providerId="ADAL" clId="{E1487BF8-9C6A-0444-AA3E-850188B35D91}" dt="2025-03-02T08:46:05.713" v="2318" actId="2696"/>
        <pc:sldMkLst>
          <pc:docMk/>
          <pc:sldMk cId="4069053536" sldId="259"/>
        </pc:sldMkLst>
      </pc:sldChg>
      <pc:sldChg chg="ord">
        <pc:chgData name="Ghosal Sabyasachi (MS/EHM-TD-PJ1)" userId="b0405bf8-2b0b-40cc-9eb8-56f3c12ae731" providerId="ADAL" clId="{E1487BF8-9C6A-0444-AA3E-850188B35D91}" dt="2025-03-01T02:39:01.394" v="9" actId="20578"/>
        <pc:sldMkLst>
          <pc:docMk/>
          <pc:sldMk cId="380552459" sldId="260"/>
        </pc:sldMkLst>
      </pc:sldChg>
      <pc:sldChg chg="modSp mod">
        <pc:chgData name="Ghosal Sabyasachi (MS/EHM-TD-PJ1)" userId="b0405bf8-2b0b-40cc-9eb8-56f3c12ae731" providerId="ADAL" clId="{E1487BF8-9C6A-0444-AA3E-850188B35D91}" dt="2025-03-01T02:42:55.941" v="307" actId="20577"/>
        <pc:sldMkLst>
          <pc:docMk/>
          <pc:sldMk cId="2732896115" sldId="261"/>
        </pc:sldMkLst>
        <pc:spChg chg="mod">
          <ac:chgData name="Ghosal Sabyasachi (MS/EHM-TD-PJ1)" userId="b0405bf8-2b0b-40cc-9eb8-56f3c12ae731" providerId="ADAL" clId="{E1487BF8-9C6A-0444-AA3E-850188B35D91}" dt="2025-03-01T02:39:27.098" v="49" actId="20577"/>
          <ac:spMkLst>
            <pc:docMk/>
            <pc:sldMk cId="2732896115" sldId="261"/>
            <ac:spMk id="2" creationId="{3F7BCD95-1394-B348-FD95-506C969ABB88}"/>
          </ac:spMkLst>
        </pc:spChg>
        <pc:spChg chg="mod">
          <ac:chgData name="Ghosal Sabyasachi (MS/EHM-TD-PJ1)" userId="b0405bf8-2b0b-40cc-9eb8-56f3c12ae731" providerId="ADAL" clId="{E1487BF8-9C6A-0444-AA3E-850188B35D91}" dt="2025-03-01T02:42:55.941" v="307" actId="20577"/>
          <ac:spMkLst>
            <pc:docMk/>
            <pc:sldMk cId="2732896115" sldId="261"/>
            <ac:spMk id="3" creationId="{F84672AF-13C7-D8C7-339F-D90D319B1740}"/>
          </ac:spMkLst>
        </pc:spChg>
      </pc:sldChg>
      <pc:sldChg chg="del">
        <pc:chgData name="Ghosal Sabyasachi (MS/EHM-TD-PJ1)" userId="b0405bf8-2b0b-40cc-9eb8-56f3c12ae731" providerId="ADAL" clId="{E1487BF8-9C6A-0444-AA3E-850188B35D91}" dt="2025-03-02T08:46:05.748" v="2322" actId="2696"/>
        <pc:sldMkLst>
          <pc:docMk/>
          <pc:sldMk cId="1192764720" sldId="262"/>
        </pc:sldMkLst>
      </pc:sldChg>
      <pc:sldChg chg="del">
        <pc:chgData name="Ghosal Sabyasachi (MS/EHM-TD-PJ1)" userId="b0405bf8-2b0b-40cc-9eb8-56f3c12ae731" providerId="ADAL" clId="{E1487BF8-9C6A-0444-AA3E-850188B35D91}" dt="2025-03-02T08:46:05.752" v="2323" actId="2696"/>
        <pc:sldMkLst>
          <pc:docMk/>
          <pc:sldMk cId="2971069367" sldId="263"/>
        </pc:sldMkLst>
      </pc:sldChg>
      <pc:sldChg chg="modSp del mod">
        <pc:chgData name="Ghosal Sabyasachi (MS/EHM-TD-PJ1)" userId="b0405bf8-2b0b-40cc-9eb8-56f3c12ae731" providerId="ADAL" clId="{E1487BF8-9C6A-0444-AA3E-850188B35D91}" dt="2025-03-02T08:46:05.756" v="2325" actId="2696"/>
        <pc:sldMkLst>
          <pc:docMk/>
          <pc:sldMk cId="1222626253" sldId="265"/>
        </pc:sldMkLst>
      </pc:sldChg>
      <pc:sldChg chg="del">
        <pc:chgData name="Ghosal Sabyasachi (MS/EHM-TD-PJ1)" userId="b0405bf8-2b0b-40cc-9eb8-56f3c12ae731" providerId="ADAL" clId="{E1487BF8-9C6A-0444-AA3E-850188B35D91}" dt="2025-03-02T08:46:05.724" v="2319" actId="2696"/>
        <pc:sldMkLst>
          <pc:docMk/>
          <pc:sldMk cId="2461276429" sldId="267"/>
        </pc:sldMkLst>
      </pc:sldChg>
      <pc:sldChg chg="del">
        <pc:chgData name="Ghosal Sabyasachi (MS/EHM-TD-PJ1)" userId="b0405bf8-2b0b-40cc-9eb8-56f3c12ae731" providerId="ADAL" clId="{E1487BF8-9C6A-0444-AA3E-850188B35D91}" dt="2025-03-02T08:46:05.740" v="2321" actId="2696"/>
        <pc:sldMkLst>
          <pc:docMk/>
          <pc:sldMk cId="1931755566" sldId="268"/>
        </pc:sldMkLst>
      </pc:sldChg>
      <pc:sldChg chg="del">
        <pc:chgData name="Ghosal Sabyasachi (MS/EHM-TD-PJ1)" userId="b0405bf8-2b0b-40cc-9eb8-56f3c12ae731" providerId="ADAL" clId="{E1487BF8-9C6A-0444-AA3E-850188B35D91}" dt="2025-03-02T08:46:05.734" v="2320" actId="2696"/>
        <pc:sldMkLst>
          <pc:docMk/>
          <pc:sldMk cId="2954931185" sldId="269"/>
        </pc:sldMkLst>
      </pc:sldChg>
      <pc:sldChg chg="del">
        <pc:chgData name="Ghosal Sabyasachi (MS/EHM-TD-PJ1)" userId="b0405bf8-2b0b-40cc-9eb8-56f3c12ae731" providerId="ADAL" clId="{E1487BF8-9C6A-0444-AA3E-850188B35D91}" dt="2025-03-02T08:46:05.754" v="2324" actId="2696"/>
        <pc:sldMkLst>
          <pc:docMk/>
          <pc:sldMk cId="463404054" sldId="270"/>
        </pc:sldMkLst>
      </pc:sldChg>
      <pc:sldChg chg="new del">
        <pc:chgData name="Ghosal Sabyasachi (MS/EHM-TD-PJ1)" userId="b0405bf8-2b0b-40cc-9eb8-56f3c12ae731" providerId="ADAL" clId="{E1487BF8-9C6A-0444-AA3E-850188B35D91}" dt="2025-03-02T08:46:11.200" v="2326" actId="2696"/>
        <pc:sldMkLst>
          <pc:docMk/>
          <pc:sldMk cId="1995428538" sldId="271"/>
        </pc:sldMkLst>
      </pc:sldChg>
      <pc:sldChg chg="addSp delSp modSp new mod setBg modNotesTx">
        <pc:chgData name="Ghosal Sabyasachi (MS/EHM-TD-PJ1)" userId="b0405bf8-2b0b-40cc-9eb8-56f3c12ae731" providerId="ADAL" clId="{E1487BF8-9C6A-0444-AA3E-850188B35D91}" dt="2025-03-01T13:23:26.589" v="704" actId="1076"/>
        <pc:sldMkLst>
          <pc:docMk/>
          <pc:sldMk cId="1624759706" sldId="272"/>
        </pc:sldMkLst>
        <pc:spChg chg="mod">
          <ac:chgData name="Ghosal Sabyasachi (MS/EHM-TD-PJ1)" userId="b0405bf8-2b0b-40cc-9eb8-56f3c12ae731" providerId="ADAL" clId="{E1487BF8-9C6A-0444-AA3E-850188B35D91}" dt="2025-03-01T13:23:18.658" v="702" actId="26606"/>
          <ac:spMkLst>
            <pc:docMk/>
            <pc:sldMk cId="1624759706" sldId="272"/>
            <ac:spMk id="2" creationId="{9BDC1B7F-4C02-02F3-916D-2E8C3AA64794}"/>
          </ac:spMkLst>
        </pc:spChg>
        <pc:spChg chg="mod">
          <ac:chgData name="Ghosal Sabyasachi (MS/EHM-TD-PJ1)" userId="b0405bf8-2b0b-40cc-9eb8-56f3c12ae731" providerId="ADAL" clId="{E1487BF8-9C6A-0444-AA3E-850188B35D91}" dt="2025-03-01T13:23:18.658" v="702" actId="26606"/>
          <ac:spMkLst>
            <pc:docMk/>
            <pc:sldMk cId="1624759706" sldId="272"/>
            <ac:spMk id="3" creationId="{6AD4BE9C-55F3-64DB-730D-8869A1933D29}"/>
          </ac:spMkLst>
        </pc:spChg>
        <pc:picChg chg="add mod">
          <ac:chgData name="Ghosal Sabyasachi (MS/EHM-TD-PJ1)" userId="b0405bf8-2b0b-40cc-9eb8-56f3c12ae731" providerId="ADAL" clId="{E1487BF8-9C6A-0444-AA3E-850188B35D91}" dt="2025-03-01T13:23:18.658" v="702" actId="26606"/>
          <ac:picMkLst>
            <pc:docMk/>
            <pc:sldMk cId="1624759706" sldId="272"/>
            <ac:picMk id="4" creationId="{07F7369B-8978-BC92-96F7-E4F7B0BF1229}"/>
          </ac:picMkLst>
        </pc:picChg>
        <pc:picChg chg="add mod">
          <ac:chgData name="Ghosal Sabyasachi (MS/EHM-TD-PJ1)" userId="b0405bf8-2b0b-40cc-9eb8-56f3c12ae731" providerId="ADAL" clId="{E1487BF8-9C6A-0444-AA3E-850188B35D91}" dt="2025-03-01T13:23:26.589" v="704" actId="1076"/>
          <ac:picMkLst>
            <pc:docMk/>
            <pc:sldMk cId="1624759706" sldId="272"/>
            <ac:picMk id="6" creationId="{9D3FF9FC-39EB-79E3-7FC6-501D7E727057}"/>
          </ac:picMkLst>
        </pc:picChg>
      </pc:sldChg>
      <pc:sldChg chg="modSp add mod">
        <pc:chgData name="Ghosal Sabyasachi (MS/EHM-TD-PJ1)" userId="b0405bf8-2b0b-40cc-9eb8-56f3c12ae731" providerId="ADAL" clId="{E1487BF8-9C6A-0444-AA3E-850188B35D91}" dt="2025-03-12T03:31:14.230" v="2337" actId="20577"/>
        <pc:sldMkLst>
          <pc:docMk/>
          <pc:sldMk cId="1657029059" sldId="273"/>
        </pc:sldMkLst>
        <pc:spChg chg="mod">
          <ac:chgData name="Ghosal Sabyasachi (MS/EHM-TD-PJ1)" userId="b0405bf8-2b0b-40cc-9eb8-56f3c12ae731" providerId="ADAL" clId="{E1487BF8-9C6A-0444-AA3E-850188B35D91}" dt="2025-03-12T03:31:14.230" v="2337" actId="20577"/>
          <ac:spMkLst>
            <pc:docMk/>
            <pc:sldMk cId="1657029059" sldId="273"/>
            <ac:spMk id="3" creationId="{B1E98709-82A1-8AF2-137D-6AE229368120}"/>
          </ac:spMkLst>
        </pc:spChg>
      </pc:sldChg>
      <pc:sldChg chg="modSp new mod">
        <pc:chgData name="Ghosal Sabyasachi (MS/EHM-TD-PJ1)" userId="b0405bf8-2b0b-40cc-9eb8-56f3c12ae731" providerId="ADAL" clId="{E1487BF8-9C6A-0444-AA3E-850188B35D91}" dt="2025-03-02T02:47:18.228" v="1056" actId="20577"/>
        <pc:sldMkLst>
          <pc:docMk/>
          <pc:sldMk cId="3632526887" sldId="274"/>
        </pc:sldMkLst>
        <pc:spChg chg="mod">
          <ac:chgData name="Ghosal Sabyasachi (MS/EHM-TD-PJ1)" userId="b0405bf8-2b0b-40cc-9eb8-56f3c12ae731" providerId="ADAL" clId="{E1487BF8-9C6A-0444-AA3E-850188B35D91}" dt="2025-03-01T12:51:13.477" v="323" actId="27636"/>
          <ac:spMkLst>
            <pc:docMk/>
            <pc:sldMk cId="3632526887" sldId="274"/>
            <ac:spMk id="2" creationId="{336136F7-BBD0-B2D7-1105-5EC39A954174}"/>
          </ac:spMkLst>
        </pc:spChg>
        <pc:spChg chg="mod">
          <ac:chgData name="Ghosal Sabyasachi (MS/EHM-TD-PJ1)" userId="b0405bf8-2b0b-40cc-9eb8-56f3c12ae731" providerId="ADAL" clId="{E1487BF8-9C6A-0444-AA3E-850188B35D91}" dt="2025-03-02T02:47:18.228" v="1056" actId="20577"/>
          <ac:spMkLst>
            <pc:docMk/>
            <pc:sldMk cId="3632526887" sldId="274"/>
            <ac:spMk id="3" creationId="{1F7BB8D2-57FE-AC18-CA04-F1C8E01D0CCD}"/>
          </ac:spMkLst>
        </pc:spChg>
      </pc:sldChg>
      <pc:sldChg chg="addSp modSp new mod">
        <pc:chgData name="Ghosal Sabyasachi (MS/EHM-TD-PJ1)" userId="b0405bf8-2b0b-40cc-9eb8-56f3c12ae731" providerId="ADAL" clId="{E1487BF8-9C6A-0444-AA3E-850188B35D91}" dt="2025-03-02T04:39:54.168" v="1128" actId="27636"/>
        <pc:sldMkLst>
          <pc:docMk/>
          <pc:sldMk cId="3498064156" sldId="275"/>
        </pc:sldMkLst>
        <pc:spChg chg="mod">
          <ac:chgData name="Ghosal Sabyasachi (MS/EHM-TD-PJ1)" userId="b0405bf8-2b0b-40cc-9eb8-56f3c12ae731" providerId="ADAL" clId="{E1487BF8-9C6A-0444-AA3E-850188B35D91}" dt="2025-03-01T13:18:40.868" v="696" actId="27636"/>
          <ac:spMkLst>
            <pc:docMk/>
            <pc:sldMk cId="3498064156" sldId="275"/>
            <ac:spMk id="2" creationId="{21113733-E532-77D2-2B7D-38923F0EFEB3}"/>
          </ac:spMkLst>
        </pc:spChg>
        <pc:spChg chg="mod">
          <ac:chgData name="Ghosal Sabyasachi (MS/EHM-TD-PJ1)" userId="b0405bf8-2b0b-40cc-9eb8-56f3c12ae731" providerId="ADAL" clId="{E1487BF8-9C6A-0444-AA3E-850188B35D91}" dt="2025-03-02T04:39:54.168" v="1128" actId="27636"/>
          <ac:spMkLst>
            <pc:docMk/>
            <pc:sldMk cId="3498064156" sldId="275"/>
            <ac:spMk id="3" creationId="{97DFCCAD-F784-36CF-5E7A-FF1D544C8357}"/>
          </ac:spMkLst>
        </pc:spChg>
        <pc:picChg chg="add mod">
          <ac:chgData name="Ghosal Sabyasachi (MS/EHM-TD-PJ1)" userId="b0405bf8-2b0b-40cc-9eb8-56f3c12ae731" providerId="ADAL" clId="{E1487BF8-9C6A-0444-AA3E-850188B35D91}" dt="2025-03-02T04:39:51.551" v="1126" actId="1076"/>
          <ac:picMkLst>
            <pc:docMk/>
            <pc:sldMk cId="3498064156" sldId="275"/>
            <ac:picMk id="5" creationId="{6E0CCA16-7FAC-B42A-8A1B-E4D7F146C095}"/>
          </ac:picMkLst>
        </pc:picChg>
      </pc:sldChg>
      <pc:sldChg chg="addSp modSp new mod">
        <pc:chgData name="Ghosal Sabyasachi (MS/EHM-TD-PJ1)" userId="b0405bf8-2b0b-40cc-9eb8-56f3c12ae731" providerId="ADAL" clId="{E1487BF8-9C6A-0444-AA3E-850188B35D91}" dt="2025-03-02T06:18:04.299" v="1795" actId="20577"/>
        <pc:sldMkLst>
          <pc:docMk/>
          <pc:sldMk cId="94004801" sldId="276"/>
        </pc:sldMkLst>
        <pc:spChg chg="mod">
          <ac:chgData name="Ghosal Sabyasachi (MS/EHM-TD-PJ1)" userId="b0405bf8-2b0b-40cc-9eb8-56f3c12ae731" providerId="ADAL" clId="{E1487BF8-9C6A-0444-AA3E-850188B35D91}" dt="2025-03-02T06:18:04.299" v="1795" actId="20577"/>
          <ac:spMkLst>
            <pc:docMk/>
            <pc:sldMk cId="94004801" sldId="276"/>
            <ac:spMk id="2" creationId="{E4EE9ABD-A488-5859-A7A0-CD84FED9DF59}"/>
          </ac:spMkLst>
        </pc:spChg>
        <pc:spChg chg="mod">
          <ac:chgData name="Ghosal Sabyasachi (MS/EHM-TD-PJ1)" userId="b0405bf8-2b0b-40cc-9eb8-56f3c12ae731" providerId="ADAL" clId="{E1487BF8-9C6A-0444-AA3E-850188B35D91}" dt="2025-03-02T06:12:05.349" v="1650" actId="14100"/>
          <ac:spMkLst>
            <pc:docMk/>
            <pc:sldMk cId="94004801" sldId="276"/>
            <ac:spMk id="3" creationId="{A12E42C8-7DB2-DC82-702B-9704752AD5AC}"/>
          </ac:spMkLst>
        </pc:spChg>
        <pc:spChg chg="add mod">
          <ac:chgData name="Ghosal Sabyasachi (MS/EHM-TD-PJ1)" userId="b0405bf8-2b0b-40cc-9eb8-56f3c12ae731" providerId="ADAL" clId="{E1487BF8-9C6A-0444-AA3E-850188B35D91}" dt="2025-03-02T06:08:28.985" v="1506" actId="113"/>
          <ac:spMkLst>
            <pc:docMk/>
            <pc:sldMk cId="94004801" sldId="276"/>
            <ac:spMk id="5" creationId="{96F0BA54-5392-7090-8D9F-F61ADD50BC9D}"/>
          </ac:spMkLst>
        </pc:spChg>
        <pc:picChg chg="add mod">
          <ac:chgData name="Ghosal Sabyasachi (MS/EHM-TD-PJ1)" userId="b0405bf8-2b0b-40cc-9eb8-56f3c12ae731" providerId="ADAL" clId="{E1487BF8-9C6A-0444-AA3E-850188B35D91}" dt="2025-03-02T06:12:09.933" v="1651" actId="14100"/>
          <ac:picMkLst>
            <pc:docMk/>
            <pc:sldMk cId="94004801" sldId="276"/>
            <ac:picMk id="4" creationId="{0F969943-FCE5-13CD-F6BB-3C64F6416344}"/>
          </ac:picMkLst>
        </pc:picChg>
      </pc:sldChg>
      <pc:sldChg chg="addSp delSp modSp new mod">
        <pc:chgData name="Ghosal Sabyasachi (MS/EHM-TD-PJ1)" userId="b0405bf8-2b0b-40cc-9eb8-56f3c12ae731" providerId="ADAL" clId="{E1487BF8-9C6A-0444-AA3E-850188B35D91}" dt="2025-03-02T06:18:09.691" v="1799" actId="20577"/>
        <pc:sldMkLst>
          <pc:docMk/>
          <pc:sldMk cId="36707226" sldId="277"/>
        </pc:sldMkLst>
        <pc:spChg chg="mod">
          <ac:chgData name="Ghosal Sabyasachi (MS/EHM-TD-PJ1)" userId="b0405bf8-2b0b-40cc-9eb8-56f3c12ae731" providerId="ADAL" clId="{E1487BF8-9C6A-0444-AA3E-850188B35D91}" dt="2025-03-02T06:16:00.398" v="1762" actId="313"/>
          <ac:spMkLst>
            <pc:docMk/>
            <pc:sldMk cId="36707226" sldId="277"/>
            <ac:spMk id="3" creationId="{8BBC0F92-74BF-3B8D-C566-76BEFF2DDD81}"/>
          </ac:spMkLst>
        </pc:spChg>
        <pc:spChg chg="add mod">
          <ac:chgData name="Ghosal Sabyasachi (MS/EHM-TD-PJ1)" userId="b0405bf8-2b0b-40cc-9eb8-56f3c12ae731" providerId="ADAL" clId="{E1487BF8-9C6A-0444-AA3E-850188B35D91}" dt="2025-03-02T06:18:09.691" v="1799" actId="20577"/>
          <ac:spMkLst>
            <pc:docMk/>
            <pc:sldMk cId="36707226" sldId="277"/>
            <ac:spMk id="5" creationId="{70AA209D-DEC7-8E7A-CB98-15DEEFE88D8E}"/>
          </ac:spMkLst>
        </pc:spChg>
        <pc:picChg chg="add mod">
          <ac:chgData name="Ghosal Sabyasachi (MS/EHM-TD-PJ1)" userId="b0405bf8-2b0b-40cc-9eb8-56f3c12ae731" providerId="ADAL" clId="{E1487BF8-9C6A-0444-AA3E-850188B35D91}" dt="2025-03-02T05:53:37.363" v="1154" actId="14100"/>
          <ac:picMkLst>
            <pc:docMk/>
            <pc:sldMk cId="36707226" sldId="277"/>
            <ac:picMk id="4" creationId="{F7B09EF8-91C1-49BC-1703-EEE8854C73A0}"/>
          </ac:picMkLst>
        </pc:picChg>
      </pc:sldChg>
      <pc:sldChg chg="addSp delSp modSp new mod">
        <pc:chgData name="Ghosal Sabyasachi (MS/EHM-TD-PJ1)" userId="b0405bf8-2b0b-40cc-9eb8-56f3c12ae731" providerId="ADAL" clId="{E1487BF8-9C6A-0444-AA3E-850188B35D91}" dt="2025-03-02T06:18:14.969" v="1803" actId="20577"/>
        <pc:sldMkLst>
          <pc:docMk/>
          <pc:sldMk cId="35380317" sldId="278"/>
        </pc:sldMkLst>
        <pc:spChg chg="mod">
          <ac:chgData name="Ghosal Sabyasachi (MS/EHM-TD-PJ1)" userId="b0405bf8-2b0b-40cc-9eb8-56f3c12ae731" providerId="ADAL" clId="{E1487BF8-9C6A-0444-AA3E-850188B35D91}" dt="2025-03-02T06:17:47.430" v="1784" actId="20577"/>
          <ac:spMkLst>
            <pc:docMk/>
            <pc:sldMk cId="35380317" sldId="278"/>
            <ac:spMk id="3" creationId="{4AF60CFD-E611-CA9E-0930-EA1A7F65909B}"/>
          </ac:spMkLst>
        </pc:spChg>
        <pc:spChg chg="add mod">
          <ac:chgData name="Ghosal Sabyasachi (MS/EHM-TD-PJ1)" userId="b0405bf8-2b0b-40cc-9eb8-56f3c12ae731" providerId="ADAL" clId="{E1487BF8-9C6A-0444-AA3E-850188B35D91}" dt="2025-03-02T06:18:14.969" v="1803" actId="20577"/>
          <ac:spMkLst>
            <pc:docMk/>
            <pc:sldMk cId="35380317" sldId="278"/>
            <ac:spMk id="4" creationId="{B40A759E-19AC-EF37-7A85-0C94CC0DE75C}"/>
          </ac:spMkLst>
        </pc:spChg>
      </pc:sldChg>
      <pc:sldChg chg="addSp delSp modSp new mod">
        <pc:chgData name="Ghosal Sabyasachi (MS/EHM-TD-PJ1)" userId="b0405bf8-2b0b-40cc-9eb8-56f3c12ae731" providerId="ADAL" clId="{E1487BF8-9C6A-0444-AA3E-850188B35D91}" dt="2025-03-02T12:51:29.660" v="2327" actId="20577"/>
        <pc:sldMkLst>
          <pc:docMk/>
          <pc:sldMk cId="533689683" sldId="279"/>
        </pc:sldMkLst>
        <pc:spChg chg="mod">
          <ac:chgData name="Ghosal Sabyasachi (MS/EHM-TD-PJ1)" userId="b0405bf8-2b0b-40cc-9eb8-56f3c12ae731" providerId="ADAL" clId="{E1487BF8-9C6A-0444-AA3E-850188B35D91}" dt="2025-03-02T08:26:44.729" v="1829" actId="20577"/>
          <ac:spMkLst>
            <pc:docMk/>
            <pc:sldMk cId="533689683" sldId="279"/>
            <ac:spMk id="2" creationId="{82016F7C-29CF-D6D2-99E9-9C9D80D6B6D5}"/>
          </ac:spMkLst>
        </pc:spChg>
        <pc:spChg chg="add mod">
          <ac:chgData name="Ghosal Sabyasachi (MS/EHM-TD-PJ1)" userId="b0405bf8-2b0b-40cc-9eb8-56f3c12ae731" providerId="ADAL" clId="{E1487BF8-9C6A-0444-AA3E-850188B35D91}" dt="2025-03-02T08:31:32.835" v="1927" actId="1076"/>
          <ac:spMkLst>
            <pc:docMk/>
            <pc:sldMk cId="533689683" sldId="279"/>
            <ac:spMk id="9" creationId="{B8AFF7F3-4867-6C80-9361-89D294EE4CEC}"/>
          </ac:spMkLst>
        </pc:spChg>
        <pc:spChg chg="add mod">
          <ac:chgData name="Ghosal Sabyasachi (MS/EHM-TD-PJ1)" userId="b0405bf8-2b0b-40cc-9eb8-56f3c12ae731" providerId="ADAL" clId="{E1487BF8-9C6A-0444-AA3E-850188B35D91}" dt="2025-03-02T12:51:29.660" v="2327" actId="20577"/>
          <ac:spMkLst>
            <pc:docMk/>
            <pc:sldMk cId="533689683" sldId="279"/>
            <ac:spMk id="11" creationId="{D8329E33-A86A-22AC-7FEA-80B087EA4787}"/>
          </ac:spMkLst>
        </pc:spChg>
        <pc:picChg chg="add mod">
          <ac:chgData name="Ghosal Sabyasachi (MS/EHM-TD-PJ1)" userId="b0405bf8-2b0b-40cc-9eb8-56f3c12ae731" providerId="ADAL" clId="{E1487BF8-9C6A-0444-AA3E-850188B35D91}" dt="2025-03-02T08:31:01.912" v="1920" actId="14100"/>
          <ac:picMkLst>
            <pc:docMk/>
            <pc:sldMk cId="533689683" sldId="279"/>
            <ac:picMk id="7" creationId="{621AAA0E-73BE-0D5F-E505-364532085FE7}"/>
          </ac:picMkLst>
        </pc:picChg>
      </pc:sldChg>
      <pc:sldChg chg="addSp delSp modSp new mod">
        <pc:chgData name="Ghosal Sabyasachi (MS/EHM-TD-PJ1)" userId="b0405bf8-2b0b-40cc-9eb8-56f3c12ae731" providerId="ADAL" clId="{E1487BF8-9C6A-0444-AA3E-850188B35D91}" dt="2025-03-02T08:45:28.085" v="2315" actId="114"/>
        <pc:sldMkLst>
          <pc:docMk/>
          <pc:sldMk cId="1695622489" sldId="280"/>
        </pc:sldMkLst>
        <pc:spChg chg="mod">
          <ac:chgData name="Ghosal Sabyasachi (MS/EHM-TD-PJ1)" userId="b0405bf8-2b0b-40cc-9eb8-56f3c12ae731" providerId="ADAL" clId="{E1487BF8-9C6A-0444-AA3E-850188B35D91}" dt="2025-03-02T08:45:26.233" v="2314" actId="27636"/>
          <ac:spMkLst>
            <pc:docMk/>
            <pc:sldMk cId="1695622489" sldId="280"/>
            <ac:spMk id="3" creationId="{33BE7C9F-DD05-E289-7541-BB451208227A}"/>
          </ac:spMkLst>
        </pc:spChg>
        <pc:spChg chg="add mod">
          <ac:chgData name="Ghosal Sabyasachi (MS/EHM-TD-PJ1)" userId="b0405bf8-2b0b-40cc-9eb8-56f3c12ae731" providerId="ADAL" clId="{E1487BF8-9C6A-0444-AA3E-850188B35D91}" dt="2025-03-02T08:38:40.591" v="1961" actId="27636"/>
          <ac:spMkLst>
            <pc:docMk/>
            <pc:sldMk cId="1695622489" sldId="280"/>
            <ac:spMk id="4" creationId="{EC97178F-230D-6462-CEE7-09DD70EA1972}"/>
          </ac:spMkLst>
        </pc:spChg>
        <pc:spChg chg="add mod">
          <ac:chgData name="Ghosal Sabyasachi (MS/EHM-TD-PJ1)" userId="b0405bf8-2b0b-40cc-9eb8-56f3c12ae731" providerId="ADAL" clId="{E1487BF8-9C6A-0444-AA3E-850188B35D91}" dt="2025-03-02T08:45:28.085" v="2315" actId="114"/>
          <ac:spMkLst>
            <pc:docMk/>
            <pc:sldMk cId="1695622489" sldId="280"/>
            <ac:spMk id="6" creationId="{69B23616-49D3-8BA0-BCB2-D4356794961A}"/>
          </ac:spMkLst>
        </pc:spChg>
      </pc:sldChg>
    </pc:docChg>
  </pc:docChgLst>
  <pc:docChgLst>
    <pc:chgData name="Ghosal Sabyasachi (MS/EHM-TD-PJ1)" userId="b0405bf8-2b0b-40cc-9eb8-56f3c12ae731" providerId="ADAL" clId="{0B07886D-AFCC-43D0-B860-392CBC722A17}"/>
    <pc:docChg chg="undo custSel addSld delSld modSld sldOrd">
      <pc:chgData name="Ghosal Sabyasachi (MS/EHM-TD-PJ1)" userId="b0405bf8-2b0b-40cc-9eb8-56f3c12ae731" providerId="ADAL" clId="{0B07886D-AFCC-43D0-B860-392CBC722A17}" dt="2025-02-08T05:13:28.758" v="8941"/>
      <pc:docMkLst>
        <pc:docMk/>
      </pc:docMkLst>
      <pc:sldChg chg="add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3908373571" sldId="256"/>
        </pc:sldMkLst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908373571" sldId="256"/>
            <ac:spMk id="2" creationId="{BFC23AA2-8A8E-4608-C0EC-83E36C068DC3}"/>
          </ac:spMkLst>
        </pc:spChg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908373571" sldId="256"/>
            <ac:spMk id="3" creationId="{43D0FA94-03BF-897A-F445-4DE947C4C7EB}"/>
          </ac:spMkLst>
        </pc:spChg>
        <pc:picChg chg="add mod">
          <ac:chgData name="Ghosal Sabyasachi (MS/EHM-TD-PJ1)" userId="b0405bf8-2b0b-40cc-9eb8-56f3c12ae731" providerId="ADAL" clId="{0B07886D-AFCC-43D0-B860-392CBC722A17}" dt="2025-02-07T05:08:18.046" v="6594" actId="1035"/>
          <ac:picMkLst>
            <pc:docMk/>
            <pc:sldMk cId="3908373571" sldId="256"/>
            <ac:picMk id="2050" creationId="{CD6CAAB3-6EDC-EFDE-FBE8-F1D41337CF76}"/>
          </ac:picMkLst>
        </pc:picChg>
      </pc:sldChg>
      <pc:sldChg chg="addSp delSp modSp new mod">
        <pc:chgData name="Ghosal Sabyasachi (MS/EHM-TD-PJ1)" userId="b0405bf8-2b0b-40cc-9eb8-56f3c12ae731" providerId="ADAL" clId="{0B07886D-AFCC-43D0-B860-392CBC722A17}" dt="2025-02-07T05:06:30.276" v="6573" actId="1035"/>
        <pc:sldMkLst>
          <pc:docMk/>
          <pc:sldMk cId="2464424170" sldId="257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2443561363" sldId="258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7T05:06:47.889" v="6581" actId="1037"/>
        <pc:sldMkLst>
          <pc:docMk/>
          <pc:sldMk cId="4069053536" sldId="259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380552459" sldId="260"/>
        </pc:sldMkLst>
        <pc:spChg chg="mod">
          <ac:chgData name="Ghosal Sabyasachi (MS/EHM-TD-PJ1)" userId="b0405bf8-2b0b-40cc-9eb8-56f3c12ae731" providerId="ADAL" clId="{0B07886D-AFCC-43D0-B860-392CBC722A17}" dt="2025-02-01T12:52:57.577" v="1401" actId="14100"/>
          <ac:spMkLst>
            <pc:docMk/>
            <pc:sldMk cId="380552459" sldId="260"/>
            <ac:spMk id="2" creationId="{0908ECB8-23AA-C698-DF0A-41662CCD557F}"/>
          </ac:spMkLst>
        </pc:spChg>
        <pc:spChg chg="add mod">
          <ac:chgData name="Ghosal Sabyasachi (MS/EHM-TD-PJ1)" userId="b0405bf8-2b0b-40cc-9eb8-56f3c12ae731" providerId="ADAL" clId="{0B07886D-AFCC-43D0-B860-392CBC722A17}" dt="2025-02-01T12:32:44.938" v="1219" actId="1076"/>
          <ac:spMkLst>
            <pc:docMk/>
            <pc:sldMk cId="380552459" sldId="260"/>
            <ac:spMk id="5" creationId="{312A406F-05D9-94F5-50B0-8D455D675374}"/>
          </ac:spMkLst>
        </pc:spChg>
        <pc:spChg chg="add mod">
          <ac:chgData name="Ghosal Sabyasachi (MS/EHM-TD-PJ1)" userId="b0405bf8-2b0b-40cc-9eb8-56f3c12ae731" providerId="ADAL" clId="{0B07886D-AFCC-43D0-B860-392CBC722A17}" dt="2025-02-01T12:30:16.545" v="1161" actId="20577"/>
          <ac:spMkLst>
            <pc:docMk/>
            <pc:sldMk cId="380552459" sldId="260"/>
            <ac:spMk id="6" creationId="{C694C3D9-EF05-6890-C6A2-CDD849D0C5D4}"/>
          </ac:spMkLst>
        </pc:spChg>
        <pc:spChg chg="add mod">
          <ac:chgData name="Ghosal Sabyasachi (MS/EHM-TD-PJ1)" userId="b0405bf8-2b0b-40cc-9eb8-56f3c12ae731" providerId="ADAL" clId="{0B07886D-AFCC-43D0-B860-392CBC722A17}" dt="2025-02-01T12:32:44.938" v="1219" actId="1076"/>
          <ac:spMkLst>
            <pc:docMk/>
            <pc:sldMk cId="380552459" sldId="260"/>
            <ac:spMk id="7" creationId="{3DEEFE9F-3D72-FB7D-418A-C136B8001443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8" creationId="{72A3E9AE-75FF-4877-65F3-8E4B89E1A54E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9" creationId="{A685686C-430A-80D6-DCA1-04C01B4622F2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10" creationId="{DA6F1354-3E16-7D31-3ED8-C79B2F1FD182}"/>
          </ac:spMkLst>
        </pc:spChg>
        <pc:spChg chg="add mod">
          <ac:chgData name="Ghosal Sabyasachi (MS/EHM-TD-PJ1)" userId="b0405bf8-2b0b-40cc-9eb8-56f3c12ae731" providerId="ADAL" clId="{0B07886D-AFCC-43D0-B860-392CBC722A17}" dt="2025-02-01T12:32:44.938" v="1219" actId="1076"/>
          <ac:spMkLst>
            <pc:docMk/>
            <pc:sldMk cId="380552459" sldId="260"/>
            <ac:spMk id="11" creationId="{9F96AED0-3783-8FD1-FF9E-92848A60F395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12" creationId="{A26B5B51-1310-02BE-55E3-16961E17BBB9}"/>
          </ac:spMkLst>
        </pc:spChg>
        <pc:spChg chg="add mod">
          <ac:chgData name="Ghosal Sabyasachi (MS/EHM-TD-PJ1)" userId="b0405bf8-2b0b-40cc-9eb8-56f3c12ae731" providerId="ADAL" clId="{0B07886D-AFCC-43D0-B860-392CBC722A17}" dt="2025-02-01T12:27:50.680" v="956" actId="1076"/>
          <ac:spMkLst>
            <pc:docMk/>
            <pc:sldMk cId="380552459" sldId="260"/>
            <ac:spMk id="13" creationId="{4A73321E-800C-290D-A8B9-33FD8F75DF9A}"/>
          </ac:spMkLst>
        </pc:spChg>
        <pc:spChg chg="add mod">
          <ac:chgData name="Ghosal Sabyasachi (MS/EHM-TD-PJ1)" userId="b0405bf8-2b0b-40cc-9eb8-56f3c12ae731" providerId="ADAL" clId="{0B07886D-AFCC-43D0-B860-392CBC722A17}" dt="2025-02-01T12:28:08.767" v="968" actId="113"/>
          <ac:spMkLst>
            <pc:docMk/>
            <pc:sldMk cId="380552459" sldId="260"/>
            <ac:spMk id="14" creationId="{F0F54797-7140-8336-753E-AA117E5CA53D}"/>
          </ac:spMkLst>
        </pc:spChg>
        <pc:spChg chg="add mod">
          <ac:chgData name="Ghosal Sabyasachi (MS/EHM-TD-PJ1)" userId="b0405bf8-2b0b-40cc-9eb8-56f3c12ae731" providerId="ADAL" clId="{0B07886D-AFCC-43D0-B860-392CBC722A17}" dt="2025-02-01T12:32:55.636" v="1220" actId="1076"/>
          <ac:spMkLst>
            <pc:docMk/>
            <pc:sldMk cId="380552459" sldId="260"/>
            <ac:spMk id="15" creationId="{5C286B9B-2065-B835-F94A-36A4D4593277}"/>
          </ac:spMkLst>
        </pc:spChg>
        <pc:spChg chg="add mod">
          <ac:chgData name="Ghosal Sabyasachi (MS/EHM-TD-PJ1)" userId="b0405bf8-2b0b-40cc-9eb8-56f3c12ae731" providerId="ADAL" clId="{0B07886D-AFCC-43D0-B860-392CBC722A17}" dt="2025-02-01T12:30:52.432" v="1200" actId="5793"/>
          <ac:spMkLst>
            <pc:docMk/>
            <pc:sldMk cId="380552459" sldId="260"/>
            <ac:spMk id="16" creationId="{C66565BF-569C-82C4-7448-188282A83B42}"/>
          </ac:spMkLst>
        </pc:spChg>
        <pc:spChg chg="add mod">
          <ac:chgData name="Ghosal Sabyasachi (MS/EHM-TD-PJ1)" userId="b0405bf8-2b0b-40cc-9eb8-56f3c12ae731" providerId="ADAL" clId="{0B07886D-AFCC-43D0-B860-392CBC722A17}" dt="2025-02-01T12:31:08.116" v="1203" actId="1076"/>
          <ac:spMkLst>
            <pc:docMk/>
            <pc:sldMk cId="380552459" sldId="260"/>
            <ac:spMk id="17" creationId="{301C88FE-EC1C-4712-A71E-58BE927FF06B}"/>
          </ac:spMkLst>
        </pc:spChg>
        <pc:spChg chg="add mod">
          <ac:chgData name="Ghosal Sabyasachi (MS/EHM-TD-PJ1)" userId="b0405bf8-2b0b-40cc-9eb8-56f3c12ae731" providerId="ADAL" clId="{0B07886D-AFCC-43D0-B860-392CBC722A17}" dt="2025-02-01T12:31:26.547" v="1209" actId="1076"/>
          <ac:spMkLst>
            <pc:docMk/>
            <pc:sldMk cId="380552459" sldId="260"/>
            <ac:spMk id="18" creationId="{DBFE8D5A-5651-0ACE-7353-A6AABA80A8C9}"/>
          </ac:spMkLst>
        </pc:spChg>
        <pc:graphicFrameChg chg="add mod modGraphic">
          <ac:chgData name="Ghosal Sabyasachi (MS/EHM-TD-PJ1)" userId="b0405bf8-2b0b-40cc-9eb8-56f3c12ae731" providerId="ADAL" clId="{0B07886D-AFCC-43D0-B860-392CBC722A17}" dt="2025-02-08T04:06:09.218" v="7805"/>
          <ac:graphicFrameMkLst>
            <pc:docMk/>
            <pc:sldMk cId="380552459" sldId="260"/>
            <ac:graphicFrameMk id="4" creationId="{D824BE8E-30F5-C8AB-BB2C-4757C343132C}"/>
          </ac:graphicFrameMkLst>
        </pc:graphicFrameChg>
        <pc:picChg chg="add mod">
          <ac:chgData name="Ghosal Sabyasachi (MS/EHM-TD-PJ1)" userId="b0405bf8-2b0b-40cc-9eb8-56f3c12ae731" providerId="ADAL" clId="{0B07886D-AFCC-43D0-B860-392CBC722A17}" dt="2025-02-07T05:08:22.019" v="6595" actId="1035"/>
          <ac:picMkLst>
            <pc:docMk/>
            <pc:sldMk cId="380552459" sldId="260"/>
            <ac:picMk id="20" creationId="{BA600771-BC0F-E8DE-1870-8CF671F3FBA6}"/>
          </ac:picMkLst>
        </pc:picChg>
      </pc:sldChg>
      <pc:sldChg chg="addSp modSp new mod">
        <pc:chgData name="Ghosal Sabyasachi (MS/EHM-TD-PJ1)" userId="b0405bf8-2b0b-40cc-9eb8-56f3c12ae731" providerId="ADAL" clId="{0B07886D-AFCC-43D0-B860-392CBC722A17}" dt="2025-02-07T05:06:12.508" v="6564"/>
        <pc:sldMkLst>
          <pc:docMk/>
          <pc:sldMk cId="2732896115" sldId="261"/>
        </pc:sldMkLst>
        <pc:spChg chg="mod">
          <ac:chgData name="Ghosal Sabyasachi (MS/EHM-TD-PJ1)" userId="b0405bf8-2b0b-40cc-9eb8-56f3c12ae731" providerId="ADAL" clId="{0B07886D-AFCC-43D0-B860-392CBC722A17}" dt="2025-02-01T12:53:05.195" v="1402" actId="14100"/>
          <ac:spMkLst>
            <pc:docMk/>
            <pc:sldMk cId="2732896115" sldId="261"/>
            <ac:spMk id="2" creationId="{3F7BCD95-1394-B348-FD95-506C969ABB88}"/>
          </ac:spMkLst>
        </pc:spChg>
        <pc:spChg chg="mod">
          <ac:chgData name="Ghosal Sabyasachi (MS/EHM-TD-PJ1)" userId="b0405bf8-2b0b-40cc-9eb8-56f3c12ae731" providerId="ADAL" clId="{0B07886D-AFCC-43D0-B860-392CBC722A17}" dt="2025-02-01T12:52:18.024" v="1394" actId="255"/>
          <ac:spMkLst>
            <pc:docMk/>
            <pc:sldMk cId="2732896115" sldId="261"/>
            <ac:spMk id="3" creationId="{F84672AF-13C7-D8C7-339F-D90D319B1740}"/>
          </ac:spMkLst>
        </pc:spChg>
        <pc:picChg chg="add mod">
          <ac:chgData name="Ghosal Sabyasachi (MS/EHM-TD-PJ1)" userId="b0405bf8-2b0b-40cc-9eb8-56f3c12ae731" providerId="ADAL" clId="{0B07886D-AFCC-43D0-B860-392CBC722A17}" dt="2025-02-07T05:06:12.508" v="6564"/>
          <ac:picMkLst>
            <pc:docMk/>
            <pc:sldMk cId="2732896115" sldId="261"/>
            <ac:picMk id="4" creationId="{EA99333E-6F4E-83DE-3273-D685DFC27A9E}"/>
          </ac:picMkLst>
        </pc:picChg>
      </pc:sldChg>
      <pc:sldChg chg="addSp delSp modSp new mod modNotesTx">
        <pc:chgData name="Ghosal Sabyasachi (MS/EHM-TD-PJ1)" userId="b0405bf8-2b0b-40cc-9eb8-56f3c12ae731" providerId="ADAL" clId="{0B07886D-AFCC-43D0-B860-392CBC722A17}" dt="2025-02-07T05:08:28.646" v="6597" actId="1036"/>
        <pc:sldMkLst>
          <pc:docMk/>
          <pc:sldMk cId="1192764720" sldId="262"/>
        </pc:sldMkLst>
      </pc:sldChg>
      <pc:sldChg chg="addSp delSp modSp add mod">
        <pc:chgData name="Ghosal Sabyasachi (MS/EHM-TD-PJ1)" userId="b0405bf8-2b0b-40cc-9eb8-56f3c12ae731" providerId="ADAL" clId="{0B07886D-AFCC-43D0-B860-392CBC722A17}" dt="2025-02-07T05:06:27.275" v="6571" actId="1035"/>
        <pc:sldMkLst>
          <pc:docMk/>
          <pc:sldMk cId="2971069367" sldId="263"/>
        </pc:sldMkLst>
      </pc:sldChg>
      <pc:sldChg chg="addSp delSp modSp new del mod">
        <pc:chgData name="Ghosal Sabyasachi (MS/EHM-TD-PJ1)" userId="b0405bf8-2b0b-40cc-9eb8-56f3c12ae731" providerId="ADAL" clId="{0B07886D-AFCC-43D0-B860-392CBC722A17}" dt="2025-02-07T01:28:48.529" v="5382" actId="47"/>
        <pc:sldMkLst>
          <pc:docMk/>
          <pc:sldMk cId="3518236147" sldId="264"/>
        </pc:sldMkLst>
      </pc:sldChg>
      <pc:sldChg chg="addSp modSp new mod">
        <pc:chgData name="Ghosal Sabyasachi (MS/EHM-TD-PJ1)" userId="b0405bf8-2b0b-40cc-9eb8-56f3c12ae731" providerId="ADAL" clId="{0B07886D-AFCC-43D0-B860-392CBC722A17}" dt="2025-02-08T04:06:09.359" v="7806" actId="27636"/>
        <pc:sldMkLst>
          <pc:docMk/>
          <pc:sldMk cId="1222626253" sldId="265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4:06:09.218" v="7805"/>
        <pc:sldMkLst>
          <pc:docMk/>
          <pc:sldMk cId="3745135982" sldId="266"/>
        </pc:sldMkLst>
        <pc:spChg chg="add del 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745135982" sldId="266"/>
            <ac:spMk id="2" creationId="{57316D48-C084-A718-65E7-3D25A1ADF59C}"/>
          </ac:spMkLst>
        </pc:spChg>
        <pc:spChg chg="mod">
          <ac:chgData name="Ghosal Sabyasachi (MS/EHM-TD-PJ1)" userId="b0405bf8-2b0b-40cc-9eb8-56f3c12ae731" providerId="ADAL" clId="{0B07886D-AFCC-43D0-B860-392CBC722A17}" dt="2025-02-08T04:06:09.218" v="7805"/>
          <ac:spMkLst>
            <pc:docMk/>
            <pc:sldMk cId="3745135982" sldId="266"/>
            <ac:spMk id="3" creationId="{31F93DA6-B749-999C-C4EA-6A1C825525AE}"/>
          </ac:spMkLst>
        </pc:spChg>
        <pc:picChg chg="add mod">
          <ac:chgData name="Ghosal Sabyasachi (MS/EHM-TD-PJ1)" userId="b0405bf8-2b0b-40cc-9eb8-56f3c12ae731" providerId="ADAL" clId="{0B07886D-AFCC-43D0-B860-392CBC722A17}" dt="2025-02-07T05:08:11.181" v="6593" actId="1035"/>
          <ac:picMkLst>
            <pc:docMk/>
            <pc:sldMk cId="3745135982" sldId="266"/>
            <ac:picMk id="4" creationId="{ED8633E2-4C67-98CD-E88A-0622880A7A42}"/>
          </ac:picMkLst>
        </pc:picChg>
      </pc:sldChg>
      <pc:sldChg chg="addSp delSp modSp new mod ord">
        <pc:chgData name="Ghosal Sabyasachi (MS/EHM-TD-PJ1)" userId="b0405bf8-2b0b-40cc-9eb8-56f3c12ae731" providerId="ADAL" clId="{0B07886D-AFCC-43D0-B860-392CBC722A17}" dt="2025-02-08T05:13:23.552" v="8939" actId="1036"/>
        <pc:sldMkLst>
          <pc:docMk/>
          <pc:sldMk cId="2461276429" sldId="267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5:13:28.758" v="8941"/>
        <pc:sldMkLst>
          <pc:docMk/>
          <pc:sldMk cId="1931755566" sldId="268"/>
        </pc:sldMkLst>
      </pc:sldChg>
      <pc:sldChg chg="addSp delSp modSp new mod">
        <pc:chgData name="Ghosal Sabyasachi (MS/EHM-TD-PJ1)" userId="b0405bf8-2b0b-40cc-9eb8-56f3c12ae731" providerId="ADAL" clId="{0B07886D-AFCC-43D0-B860-392CBC722A17}" dt="2025-02-08T05:13:26.528" v="8940"/>
        <pc:sldMkLst>
          <pc:docMk/>
          <pc:sldMk cId="2954931185" sldId="269"/>
        </pc:sldMkLst>
      </pc:sldChg>
    </pc:docChg>
  </pc:docChgLst>
  <pc:docChgLst>
    <pc:chgData name="Ghosal Sabyasachi (MS/EHM-TD-PJ1)" userId="b0405bf8-2b0b-40cc-9eb8-56f3c12ae731" providerId="ADAL" clId="{59CEC213-CC3B-A14F-B341-50827965FFB4}"/>
    <pc:docChg chg="undo custSel addSld modSld sldOrd">
      <pc:chgData name="Ghosal Sabyasachi (MS/EHM-TD-PJ1)" userId="b0405bf8-2b0b-40cc-9eb8-56f3c12ae731" providerId="ADAL" clId="{59CEC213-CC3B-A14F-B341-50827965FFB4}" dt="2025-02-09T05:46:40.137" v="219" actId="20577"/>
      <pc:docMkLst>
        <pc:docMk/>
      </pc:docMkLst>
      <pc:sldChg chg="modSp mod ord">
        <pc:chgData name="Ghosal Sabyasachi (MS/EHM-TD-PJ1)" userId="b0405bf8-2b0b-40cc-9eb8-56f3c12ae731" providerId="ADAL" clId="{59CEC213-CC3B-A14F-B341-50827965FFB4}" dt="2025-02-09T04:37:20.244" v="52" actId="1076"/>
        <pc:sldMkLst>
          <pc:docMk/>
          <pc:sldMk cId="2464424170" sldId="257"/>
        </pc:sldMkLst>
      </pc:sldChg>
      <pc:sldChg chg="modSp mod ord">
        <pc:chgData name="Ghosal Sabyasachi (MS/EHM-TD-PJ1)" userId="b0405bf8-2b0b-40cc-9eb8-56f3c12ae731" providerId="ADAL" clId="{59CEC213-CC3B-A14F-B341-50827965FFB4}" dt="2025-02-09T04:44:39.022" v="95" actId="20577"/>
        <pc:sldMkLst>
          <pc:docMk/>
          <pc:sldMk cId="2443561363" sldId="258"/>
        </pc:sldMkLst>
      </pc:sldChg>
      <pc:sldChg chg="modSp mod ord">
        <pc:chgData name="Ghosal Sabyasachi (MS/EHM-TD-PJ1)" userId="b0405bf8-2b0b-40cc-9eb8-56f3c12ae731" providerId="ADAL" clId="{59CEC213-CC3B-A14F-B341-50827965FFB4}" dt="2025-02-09T04:42:16.505" v="66" actId="20577"/>
        <pc:sldMkLst>
          <pc:docMk/>
          <pc:sldMk cId="4069053536" sldId="259"/>
        </pc:sldMkLst>
      </pc:sldChg>
      <pc:sldChg chg="addSp delSp modSp mod">
        <pc:chgData name="Ghosal Sabyasachi (MS/EHM-TD-PJ1)" userId="b0405bf8-2b0b-40cc-9eb8-56f3c12ae731" providerId="ADAL" clId="{59CEC213-CC3B-A14F-B341-50827965FFB4}" dt="2025-02-09T04:13:47.382" v="46" actId="1076"/>
        <pc:sldMkLst>
          <pc:docMk/>
          <pc:sldMk cId="380552459" sldId="260"/>
        </pc:sldMkLst>
        <pc:spChg chg="add mod">
          <ac:chgData name="Ghosal Sabyasachi (MS/EHM-TD-PJ1)" userId="b0405bf8-2b0b-40cc-9eb8-56f3c12ae731" providerId="ADAL" clId="{59CEC213-CC3B-A14F-B341-50827965FFB4}" dt="2025-02-09T01:44:37.308" v="15" actId="1076"/>
          <ac:spMkLst>
            <pc:docMk/>
            <pc:sldMk cId="380552459" sldId="260"/>
            <ac:spMk id="3" creationId="{39D0874F-97A8-2107-D751-C1A274644DC3}"/>
          </ac:spMkLst>
        </pc:spChg>
        <pc:spChg chg="mod">
          <ac:chgData name="Ghosal Sabyasachi (MS/EHM-TD-PJ1)" userId="b0405bf8-2b0b-40cc-9eb8-56f3c12ae731" providerId="ADAL" clId="{59CEC213-CC3B-A14F-B341-50827965FFB4}" dt="2025-02-09T04:13:36.801" v="43" actId="1076"/>
          <ac:spMkLst>
            <pc:docMk/>
            <pc:sldMk cId="380552459" sldId="260"/>
            <ac:spMk id="8" creationId="{72A3E9AE-75FF-4877-65F3-8E4B89E1A54E}"/>
          </ac:spMkLst>
        </pc:spChg>
        <pc:spChg chg="mod">
          <ac:chgData name="Ghosal Sabyasachi (MS/EHM-TD-PJ1)" userId="b0405bf8-2b0b-40cc-9eb8-56f3c12ae731" providerId="ADAL" clId="{59CEC213-CC3B-A14F-B341-50827965FFB4}" dt="2025-02-09T04:13:39.734" v="44" actId="1076"/>
          <ac:spMkLst>
            <pc:docMk/>
            <pc:sldMk cId="380552459" sldId="260"/>
            <ac:spMk id="9" creationId="{A685686C-430A-80D6-DCA1-04C01B4622F2}"/>
          </ac:spMkLst>
        </pc:spChg>
        <pc:spChg chg="mod">
          <ac:chgData name="Ghosal Sabyasachi (MS/EHM-TD-PJ1)" userId="b0405bf8-2b0b-40cc-9eb8-56f3c12ae731" providerId="ADAL" clId="{59CEC213-CC3B-A14F-B341-50827965FFB4}" dt="2025-02-09T04:13:43.859" v="45" actId="1076"/>
          <ac:spMkLst>
            <pc:docMk/>
            <pc:sldMk cId="380552459" sldId="260"/>
            <ac:spMk id="10" creationId="{DA6F1354-3E16-7D31-3ED8-C79B2F1FD182}"/>
          </ac:spMkLst>
        </pc:spChg>
        <pc:spChg chg="mod">
          <ac:chgData name="Ghosal Sabyasachi (MS/EHM-TD-PJ1)" userId="b0405bf8-2b0b-40cc-9eb8-56f3c12ae731" providerId="ADAL" clId="{59CEC213-CC3B-A14F-B341-50827965FFB4}" dt="2025-02-09T04:13:47.382" v="46" actId="1076"/>
          <ac:spMkLst>
            <pc:docMk/>
            <pc:sldMk cId="380552459" sldId="260"/>
            <ac:spMk id="15" creationId="{5C286B9B-2065-B835-F94A-36A4D4593277}"/>
          </ac:spMkLst>
        </pc:spChg>
      </pc:sldChg>
      <pc:sldChg chg="modSp mod ord">
        <pc:chgData name="Ghosal Sabyasachi (MS/EHM-TD-PJ1)" userId="b0405bf8-2b0b-40cc-9eb8-56f3c12ae731" providerId="ADAL" clId="{59CEC213-CC3B-A14F-B341-50827965FFB4}" dt="2025-02-09T05:34:12.405" v="118" actId="20577"/>
        <pc:sldMkLst>
          <pc:docMk/>
          <pc:sldMk cId="1192764720" sldId="262"/>
        </pc:sldMkLst>
      </pc:sldChg>
      <pc:sldChg chg="modSp mod">
        <pc:chgData name="Ghosal Sabyasachi (MS/EHM-TD-PJ1)" userId="b0405bf8-2b0b-40cc-9eb8-56f3c12ae731" providerId="ADAL" clId="{59CEC213-CC3B-A14F-B341-50827965FFB4}" dt="2025-02-09T05:46:40.137" v="219" actId="20577"/>
        <pc:sldMkLst>
          <pc:docMk/>
          <pc:sldMk cId="2971069367" sldId="263"/>
        </pc:sldMkLst>
      </pc:sldChg>
      <pc:sldChg chg="modSp mod ord">
        <pc:chgData name="Ghosal Sabyasachi (MS/EHM-TD-PJ1)" userId="b0405bf8-2b0b-40cc-9eb8-56f3c12ae731" providerId="ADAL" clId="{59CEC213-CC3B-A14F-B341-50827965FFB4}" dt="2025-02-09T04:12:57.506" v="31" actId="20577"/>
        <pc:sldMkLst>
          <pc:docMk/>
          <pc:sldMk cId="2461276429" sldId="267"/>
        </pc:sldMkLst>
      </pc:sldChg>
      <pc:sldChg chg="modSp mod ord">
        <pc:chgData name="Ghosal Sabyasachi (MS/EHM-TD-PJ1)" userId="b0405bf8-2b0b-40cc-9eb8-56f3c12ae731" providerId="ADAL" clId="{59CEC213-CC3B-A14F-B341-50827965FFB4}" dt="2025-02-09T04:13:08.641" v="41" actId="20577"/>
        <pc:sldMkLst>
          <pc:docMk/>
          <pc:sldMk cId="1931755566" sldId="268"/>
        </pc:sldMkLst>
      </pc:sldChg>
      <pc:sldChg chg="modSp mod ord">
        <pc:chgData name="Ghosal Sabyasachi (MS/EHM-TD-PJ1)" userId="b0405bf8-2b0b-40cc-9eb8-56f3c12ae731" providerId="ADAL" clId="{59CEC213-CC3B-A14F-B341-50827965FFB4}" dt="2025-02-09T05:08:02.553" v="116" actId="14100"/>
        <pc:sldMkLst>
          <pc:docMk/>
          <pc:sldMk cId="2954931185" sldId="269"/>
        </pc:sldMkLst>
      </pc:sldChg>
      <pc:sldChg chg="modSp new mod">
        <pc:chgData name="Ghosal Sabyasachi (MS/EHM-TD-PJ1)" userId="b0405bf8-2b0b-40cc-9eb8-56f3c12ae731" providerId="ADAL" clId="{59CEC213-CC3B-A14F-B341-50827965FFB4}" dt="2025-02-09T05:36:26.759" v="215" actId="20577"/>
        <pc:sldMkLst>
          <pc:docMk/>
          <pc:sldMk cId="463404054" sldId="27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FB7DF8-FBA6-4617-890E-AC6D741041C5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4DB3EA-B202-4348-8E9D-0015F67BD44B}">
      <dgm:prSet phldrT="[Text]"/>
      <dgm:spPr/>
      <dgm:t>
        <a:bodyPr/>
        <a:lstStyle/>
        <a:p>
          <a:r>
            <a:rPr lang="en-US" dirty="0"/>
            <a:t>Aug-Dec 2024</a:t>
          </a:r>
        </a:p>
      </dgm:t>
    </dgm:pt>
    <dgm:pt modelId="{B8E950D3-7585-47D3-AF83-C4C83D1BB7E0}" type="parTrans" cxnId="{D4408C48-36D1-4D1F-9F6D-E76B1A215013}">
      <dgm:prSet/>
      <dgm:spPr/>
      <dgm:t>
        <a:bodyPr/>
        <a:lstStyle/>
        <a:p>
          <a:endParaRPr lang="en-US"/>
        </a:p>
      </dgm:t>
    </dgm:pt>
    <dgm:pt modelId="{FC26AE86-E737-4D0E-B5C0-7048454BF50F}" type="sibTrans" cxnId="{D4408C48-36D1-4D1F-9F6D-E76B1A215013}">
      <dgm:prSet/>
      <dgm:spPr/>
      <dgm:t>
        <a:bodyPr/>
        <a:lstStyle/>
        <a:p>
          <a:endParaRPr lang="en-US"/>
        </a:p>
      </dgm:t>
    </dgm:pt>
    <dgm:pt modelId="{4446B49C-8624-4B29-8D18-CF4E4A9C296E}">
      <dgm:prSet phldrT="[Text]"/>
      <dgm:spPr/>
      <dgm:t>
        <a:bodyPr/>
        <a:lstStyle/>
        <a:p>
          <a:r>
            <a:rPr lang="en-US" dirty="0"/>
            <a:t>Jan – May 2025</a:t>
          </a:r>
        </a:p>
      </dgm:t>
    </dgm:pt>
    <dgm:pt modelId="{0D71819D-78B1-4878-A8CE-E6FC648B393B}" type="parTrans" cxnId="{1403BDC5-7289-4456-8E16-EF5015B5D8E9}">
      <dgm:prSet/>
      <dgm:spPr/>
      <dgm:t>
        <a:bodyPr/>
        <a:lstStyle/>
        <a:p>
          <a:endParaRPr lang="en-US"/>
        </a:p>
      </dgm:t>
    </dgm:pt>
    <dgm:pt modelId="{F2A5E143-D456-4161-BD3D-F2E2539240E0}" type="sibTrans" cxnId="{1403BDC5-7289-4456-8E16-EF5015B5D8E9}">
      <dgm:prSet/>
      <dgm:spPr/>
      <dgm:t>
        <a:bodyPr/>
        <a:lstStyle/>
        <a:p>
          <a:endParaRPr lang="en-US"/>
        </a:p>
      </dgm:t>
    </dgm:pt>
    <dgm:pt modelId="{4E8CF01C-940A-4652-8B3A-60F9D119C1B3}">
      <dgm:prSet phldrT="[Text]"/>
      <dgm:spPr/>
      <dgm:t>
        <a:bodyPr/>
        <a:lstStyle/>
        <a:p>
          <a:r>
            <a:rPr lang="en-US" dirty="0"/>
            <a:t>Jan 2026 onwards</a:t>
          </a:r>
        </a:p>
      </dgm:t>
    </dgm:pt>
    <dgm:pt modelId="{64744131-1E47-4887-AB45-FD2522D4EF79}" type="parTrans" cxnId="{15978E38-C6C1-4A48-8873-AC2497C9C41D}">
      <dgm:prSet/>
      <dgm:spPr/>
      <dgm:t>
        <a:bodyPr/>
        <a:lstStyle/>
        <a:p>
          <a:endParaRPr lang="en-US"/>
        </a:p>
      </dgm:t>
    </dgm:pt>
    <dgm:pt modelId="{1F659A76-1C08-4143-A3BB-50D3B7D4D06D}" type="sibTrans" cxnId="{15978E38-C6C1-4A48-8873-AC2497C9C41D}">
      <dgm:prSet/>
      <dgm:spPr/>
      <dgm:t>
        <a:bodyPr/>
        <a:lstStyle/>
        <a:p>
          <a:endParaRPr lang="en-US"/>
        </a:p>
      </dgm:t>
    </dgm:pt>
    <dgm:pt modelId="{FC5E3ECC-519D-4A12-9741-CF8F8056E8B0}">
      <dgm:prSet phldrT="[Text]"/>
      <dgm:spPr/>
      <dgm:t>
        <a:bodyPr/>
        <a:lstStyle/>
        <a:p>
          <a:r>
            <a:rPr lang="en-US" dirty="0"/>
            <a:t>Jun – Dec 2025</a:t>
          </a:r>
        </a:p>
      </dgm:t>
    </dgm:pt>
    <dgm:pt modelId="{1C5B36D0-3713-4AB9-8B70-9CBA461F876E}" type="parTrans" cxnId="{E165185B-C344-42FE-878D-AD2C1017D981}">
      <dgm:prSet/>
      <dgm:spPr/>
      <dgm:t>
        <a:bodyPr/>
        <a:lstStyle/>
        <a:p>
          <a:endParaRPr lang="en-US"/>
        </a:p>
      </dgm:t>
    </dgm:pt>
    <dgm:pt modelId="{976E34BD-75C5-4189-953E-570FED384A73}" type="sibTrans" cxnId="{E165185B-C344-42FE-878D-AD2C1017D981}">
      <dgm:prSet/>
      <dgm:spPr/>
      <dgm:t>
        <a:bodyPr/>
        <a:lstStyle/>
        <a:p>
          <a:endParaRPr lang="en-US"/>
        </a:p>
      </dgm:t>
    </dgm:pt>
    <dgm:pt modelId="{6C95F9C2-0FCF-4804-A907-F52525324F18}" type="pres">
      <dgm:prSet presAssocID="{D8FB7DF8-FBA6-4617-890E-AC6D741041C5}" presName="rootnode" presStyleCnt="0">
        <dgm:presLayoutVars>
          <dgm:chMax/>
          <dgm:chPref/>
          <dgm:dir/>
          <dgm:animLvl val="lvl"/>
        </dgm:presLayoutVars>
      </dgm:prSet>
      <dgm:spPr/>
    </dgm:pt>
    <dgm:pt modelId="{4AFEAB2B-11DA-42B1-9C34-C18442608584}" type="pres">
      <dgm:prSet presAssocID="{984DB3EA-B202-4348-8E9D-0015F67BD44B}" presName="composite" presStyleCnt="0"/>
      <dgm:spPr/>
    </dgm:pt>
    <dgm:pt modelId="{582C9E2E-A10A-4E9E-8431-0AC0A9E1B57F}" type="pres">
      <dgm:prSet presAssocID="{984DB3EA-B202-4348-8E9D-0015F67BD44B}" presName="LShape" presStyleLbl="alignNode1" presStyleIdx="0" presStyleCnt="7" custScaleX="66633" custScaleY="47723" custLinFactNeighborX="3555" custLinFactNeighborY="48378"/>
      <dgm:spPr/>
    </dgm:pt>
    <dgm:pt modelId="{3DE2ED39-7B19-4A79-AC69-0688FC6A50AC}" type="pres">
      <dgm:prSet presAssocID="{984DB3EA-B202-4348-8E9D-0015F67BD44B}" presName="ParentText" presStyleLbl="revTx" presStyleIdx="0" presStyleCnt="4" custScaleX="67165" custScaleY="21335" custLinFactNeighborX="621" custLinFactNeighborY="12165">
        <dgm:presLayoutVars>
          <dgm:chMax val="0"/>
          <dgm:chPref val="0"/>
          <dgm:bulletEnabled val="1"/>
        </dgm:presLayoutVars>
      </dgm:prSet>
      <dgm:spPr/>
    </dgm:pt>
    <dgm:pt modelId="{3BC72377-62FE-414C-9C48-04CA895A305A}" type="pres">
      <dgm:prSet presAssocID="{984DB3EA-B202-4348-8E9D-0015F67BD44B}" presName="Triangle" presStyleLbl="alignNode1" presStyleIdx="1" presStyleCnt="7" custLinFactY="71993" custLinFactNeighborX="-25816" custLinFactNeighborY="100000"/>
      <dgm:spPr/>
    </dgm:pt>
    <dgm:pt modelId="{A5704638-100B-4E36-B92B-DC9894D474F6}" type="pres">
      <dgm:prSet presAssocID="{FC26AE86-E737-4D0E-B5C0-7048454BF50F}" presName="sibTrans" presStyleCnt="0"/>
      <dgm:spPr/>
    </dgm:pt>
    <dgm:pt modelId="{C3112C15-8F33-480E-8484-054006EBEBFC}" type="pres">
      <dgm:prSet presAssocID="{FC26AE86-E737-4D0E-B5C0-7048454BF50F}" presName="space" presStyleCnt="0"/>
      <dgm:spPr/>
    </dgm:pt>
    <dgm:pt modelId="{FB84E45A-8A95-4D6A-9FD8-BE99A16D2158}" type="pres">
      <dgm:prSet presAssocID="{4446B49C-8624-4B29-8D18-CF4E4A9C296E}" presName="composite" presStyleCnt="0"/>
      <dgm:spPr/>
    </dgm:pt>
    <dgm:pt modelId="{71239F84-07A3-48B4-9FD0-1E1252F28475}" type="pres">
      <dgm:prSet presAssocID="{4446B49C-8624-4B29-8D18-CF4E4A9C296E}" presName="LShape" presStyleLbl="alignNode1" presStyleIdx="2" presStyleCnt="7" custScaleX="70336" custScaleY="56998" custLinFactNeighborX="-15191" custLinFactNeighborY="9420"/>
      <dgm:spPr/>
    </dgm:pt>
    <dgm:pt modelId="{DF7EFD46-D2DC-4452-81C9-91FE3E0B6FE5}" type="pres">
      <dgm:prSet presAssocID="{4446B49C-8624-4B29-8D18-CF4E4A9C296E}" presName="ParentText" presStyleLbl="revTx" presStyleIdx="1" presStyleCnt="4" custScaleX="75669" custScaleY="33334" custLinFactNeighborX="-16501" custLinFactNeighborY="-15285">
        <dgm:presLayoutVars>
          <dgm:chMax val="0"/>
          <dgm:chPref val="0"/>
          <dgm:bulletEnabled val="1"/>
        </dgm:presLayoutVars>
      </dgm:prSet>
      <dgm:spPr/>
    </dgm:pt>
    <dgm:pt modelId="{1FB2AC9C-E287-4A70-A9F1-A6B8C1E3D4B4}" type="pres">
      <dgm:prSet presAssocID="{4446B49C-8624-4B29-8D18-CF4E4A9C296E}" presName="Triangle" presStyleLbl="alignNode1" presStyleIdx="3" presStyleCnt="7" custLinFactNeighborX="-80415" custLinFactNeighborY="-35379"/>
      <dgm:spPr/>
    </dgm:pt>
    <dgm:pt modelId="{6E33FFF1-82C8-464B-84F0-68D3214B1418}" type="pres">
      <dgm:prSet presAssocID="{F2A5E143-D456-4161-BD3D-F2E2539240E0}" presName="sibTrans" presStyleCnt="0"/>
      <dgm:spPr/>
    </dgm:pt>
    <dgm:pt modelId="{8C411454-0C33-4789-8110-E7B156368073}" type="pres">
      <dgm:prSet presAssocID="{F2A5E143-D456-4161-BD3D-F2E2539240E0}" presName="space" presStyleCnt="0"/>
      <dgm:spPr/>
    </dgm:pt>
    <dgm:pt modelId="{366121D9-E503-4EB4-A25C-0E0E799FD001}" type="pres">
      <dgm:prSet presAssocID="{FC5E3ECC-519D-4A12-9741-CF8F8056E8B0}" presName="composite" presStyleCnt="0"/>
      <dgm:spPr/>
    </dgm:pt>
    <dgm:pt modelId="{735AD349-8E84-435F-A375-4AF1C861D8BD}" type="pres">
      <dgm:prSet presAssocID="{FC5E3ECC-519D-4A12-9741-CF8F8056E8B0}" presName="LShape" presStyleLbl="alignNode1" presStyleIdx="4" presStyleCnt="7" custScaleX="61797" custScaleY="63264" custLinFactNeighborX="-23016" custLinFactNeighborY="-51451"/>
      <dgm:spPr/>
    </dgm:pt>
    <dgm:pt modelId="{92E42A88-6A87-48ED-9F71-701A006BB452}" type="pres">
      <dgm:prSet presAssocID="{FC5E3ECC-519D-4A12-9741-CF8F8056E8B0}" presName="ParentText" presStyleLbl="revTx" presStyleIdx="2" presStyleCnt="4" custScaleX="68616" custScaleY="33168" custLinFactNeighborX="-22320" custLinFactNeighborY="-61489">
        <dgm:presLayoutVars>
          <dgm:chMax val="0"/>
          <dgm:chPref val="0"/>
          <dgm:bulletEnabled val="1"/>
        </dgm:presLayoutVars>
      </dgm:prSet>
      <dgm:spPr/>
    </dgm:pt>
    <dgm:pt modelId="{B929FDA9-420C-46EE-9CB3-61810DA46B67}" type="pres">
      <dgm:prSet presAssocID="{FC5E3ECC-519D-4A12-9741-CF8F8056E8B0}" presName="Triangle" presStyleLbl="alignNode1" presStyleIdx="5" presStyleCnt="7" custLinFactY="-74622" custLinFactNeighborX="-82256" custLinFactNeighborY="-100000"/>
      <dgm:spPr/>
    </dgm:pt>
    <dgm:pt modelId="{A22FD9BB-5375-4E9B-ADC8-022BC7A06149}" type="pres">
      <dgm:prSet presAssocID="{976E34BD-75C5-4189-953E-570FED384A73}" presName="sibTrans" presStyleCnt="0"/>
      <dgm:spPr/>
    </dgm:pt>
    <dgm:pt modelId="{8898BBE4-2A6C-4897-B4AC-C73E545D1DE5}" type="pres">
      <dgm:prSet presAssocID="{976E34BD-75C5-4189-953E-570FED384A73}" presName="space" presStyleCnt="0"/>
      <dgm:spPr/>
    </dgm:pt>
    <dgm:pt modelId="{4F9704D7-79F6-4CBB-9B1E-C262B0AF5974}" type="pres">
      <dgm:prSet presAssocID="{4E8CF01C-940A-4652-8B3A-60F9D119C1B3}" presName="composite" presStyleCnt="0"/>
      <dgm:spPr/>
    </dgm:pt>
    <dgm:pt modelId="{CA2359A1-9185-4806-9858-011FD87821EB}" type="pres">
      <dgm:prSet presAssocID="{4E8CF01C-940A-4652-8B3A-60F9D119C1B3}" presName="LShape" presStyleLbl="alignNode1" presStyleIdx="6" presStyleCnt="7" custScaleX="73256" custScaleY="52614" custLinFactNeighborX="-26750" custLinFactNeighborY="-90200"/>
      <dgm:spPr/>
    </dgm:pt>
    <dgm:pt modelId="{70737975-F64E-4346-8CCE-559A6A978016}" type="pres">
      <dgm:prSet presAssocID="{4E8CF01C-940A-4652-8B3A-60F9D119C1B3}" presName="ParentText" presStyleLbl="revTx" presStyleIdx="3" presStyleCnt="4" custScaleX="85047" custScaleY="36759" custLinFactNeighborX="-24070" custLinFactNeighborY="-82214">
        <dgm:presLayoutVars>
          <dgm:chMax val="0"/>
          <dgm:chPref val="0"/>
          <dgm:bulletEnabled val="1"/>
        </dgm:presLayoutVars>
      </dgm:prSet>
      <dgm:spPr/>
    </dgm:pt>
  </dgm:ptLst>
  <dgm:cxnLst>
    <dgm:cxn modelId="{15978E38-C6C1-4A48-8873-AC2497C9C41D}" srcId="{D8FB7DF8-FBA6-4617-890E-AC6D741041C5}" destId="{4E8CF01C-940A-4652-8B3A-60F9D119C1B3}" srcOrd="3" destOrd="0" parTransId="{64744131-1E47-4887-AB45-FD2522D4EF79}" sibTransId="{1F659A76-1C08-4143-A3BB-50D3B7D4D06D}"/>
    <dgm:cxn modelId="{D3EBF542-A68B-45B5-8D12-700FE3A78EDD}" type="presOf" srcId="{FC5E3ECC-519D-4A12-9741-CF8F8056E8B0}" destId="{92E42A88-6A87-48ED-9F71-701A006BB452}" srcOrd="0" destOrd="0" presId="urn:microsoft.com/office/officeart/2009/3/layout/StepUpProcess"/>
    <dgm:cxn modelId="{D4408C48-36D1-4D1F-9F6D-E76B1A215013}" srcId="{D8FB7DF8-FBA6-4617-890E-AC6D741041C5}" destId="{984DB3EA-B202-4348-8E9D-0015F67BD44B}" srcOrd="0" destOrd="0" parTransId="{B8E950D3-7585-47D3-AF83-C4C83D1BB7E0}" sibTransId="{FC26AE86-E737-4D0E-B5C0-7048454BF50F}"/>
    <dgm:cxn modelId="{E165185B-C344-42FE-878D-AD2C1017D981}" srcId="{D8FB7DF8-FBA6-4617-890E-AC6D741041C5}" destId="{FC5E3ECC-519D-4A12-9741-CF8F8056E8B0}" srcOrd="2" destOrd="0" parTransId="{1C5B36D0-3713-4AB9-8B70-9CBA461F876E}" sibTransId="{976E34BD-75C5-4189-953E-570FED384A73}"/>
    <dgm:cxn modelId="{1C6701B5-EE95-4354-8D75-B35CBF202A7B}" type="presOf" srcId="{984DB3EA-B202-4348-8E9D-0015F67BD44B}" destId="{3DE2ED39-7B19-4A79-AC69-0688FC6A50AC}" srcOrd="0" destOrd="0" presId="urn:microsoft.com/office/officeart/2009/3/layout/StepUpProcess"/>
    <dgm:cxn modelId="{1403BDC5-7289-4456-8E16-EF5015B5D8E9}" srcId="{D8FB7DF8-FBA6-4617-890E-AC6D741041C5}" destId="{4446B49C-8624-4B29-8D18-CF4E4A9C296E}" srcOrd="1" destOrd="0" parTransId="{0D71819D-78B1-4878-A8CE-E6FC648B393B}" sibTransId="{F2A5E143-D456-4161-BD3D-F2E2539240E0}"/>
    <dgm:cxn modelId="{4D6B68DC-D5F9-497C-BD4C-CC31420C35AA}" type="presOf" srcId="{4E8CF01C-940A-4652-8B3A-60F9D119C1B3}" destId="{70737975-F64E-4346-8CCE-559A6A978016}" srcOrd="0" destOrd="0" presId="urn:microsoft.com/office/officeart/2009/3/layout/StepUpProcess"/>
    <dgm:cxn modelId="{6B03E3EA-C3D9-4775-AF6B-D55F4329B7EF}" type="presOf" srcId="{4446B49C-8624-4B29-8D18-CF4E4A9C296E}" destId="{DF7EFD46-D2DC-4452-81C9-91FE3E0B6FE5}" srcOrd="0" destOrd="0" presId="urn:microsoft.com/office/officeart/2009/3/layout/StepUpProcess"/>
    <dgm:cxn modelId="{DC42FBFD-D5ED-455D-BAEF-800B399C3338}" type="presOf" srcId="{D8FB7DF8-FBA6-4617-890E-AC6D741041C5}" destId="{6C95F9C2-0FCF-4804-A907-F52525324F18}" srcOrd="0" destOrd="0" presId="urn:microsoft.com/office/officeart/2009/3/layout/StepUpProcess"/>
    <dgm:cxn modelId="{462B1EEE-0E8D-4D0A-B70E-581FB0116DE3}" type="presParOf" srcId="{6C95F9C2-0FCF-4804-A907-F52525324F18}" destId="{4AFEAB2B-11DA-42B1-9C34-C18442608584}" srcOrd="0" destOrd="0" presId="urn:microsoft.com/office/officeart/2009/3/layout/StepUpProcess"/>
    <dgm:cxn modelId="{CF8A80CA-23CA-4352-82A9-E093D8A80F17}" type="presParOf" srcId="{4AFEAB2B-11DA-42B1-9C34-C18442608584}" destId="{582C9E2E-A10A-4E9E-8431-0AC0A9E1B57F}" srcOrd="0" destOrd="0" presId="urn:microsoft.com/office/officeart/2009/3/layout/StepUpProcess"/>
    <dgm:cxn modelId="{DC7979EF-D897-4671-A84D-3E0E864E5F02}" type="presParOf" srcId="{4AFEAB2B-11DA-42B1-9C34-C18442608584}" destId="{3DE2ED39-7B19-4A79-AC69-0688FC6A50AC}" srcOrd="1" destOrd="0" presId="urn:microsoft.com/office/officeart/2009/3/layout/StepUpProcess"/>
    <dgm:cxn modelId="{DA23FFC8-D2B1-49A7-968C-41694022D2E0}" type="presParOf" srcId="{4AFEAB2B-11DA-42B1-9C34-C18442608584}" destId="{3BC72377-62FE-414C-9C48-04CA895A305A}" srcOrd="2" destOrd="0" presId="urn:microsoft.com/office/officeart/2009/3/layout/StepUpProcess"/>
    <dgm:cxn modelId="{F506081C-3FDE-4B42-A025-636E2759B8BF}" type="presParOf" srcId="{6C95F9C2-0FCF-4804-A907-F52525324F18}" destId="{A5704638-100B-4E36-B92B-DC9894D474F6}" srcOrd="1" destOrd="0" presId="urn:microsoft.com/office/officeart/2009/3/layout/StepUpProcess"/>
    <dgm:cxn modelId="{CE1F7B76-94C9-4B58-9A98-F5019C4AC09E}" type="presParOf" srcId="{A5704638-100B-4E36-B92B-DC9894D474F6}" destId="{C3112C15-8F33-480E-8484-054006EBEBFC}" srcOrd="0" destOrd="0" presId="urn:microsoft.com/office/officeart/2009/3/layout/StepUpProcess"/>
    <dgm:cxn modelId="{FEE5963F-0110-4B70-AE58-61354B156B50}" type="presParOf" srcId="{6C95F9C2-0FCF-4804-A907-F52525324F18}" destId="{FB84E45A-8A95-4D6A-9FD8-BE99A16D2158}" srcOrd="2" destOrd="0" presId="urn:microsoft.com/office/officeart/2009/3/layout/StepUpProcess"/>
    <dgm:cxn modelId="{A410DB56-43CA-4302-A750-CA94202CD229}" type="presParOf" srcId="{FB84E45A-8A95-4D6A-9FD8-BE99A16D2158}" destId="{71239F84-07A3-48B4-9FD0-1E1252F28475}" srcOrd="0" destOrd="0" presId="urn:microsoft.com/office/officeart/2009/3/layout/StepUpProcess"/>
    <dgm:cxn modelId="{456AC45D-93D3-43E6-AF7A-BDF60B60BCF8}" type="presParOf" srcId="{FB84E45A-8A95-4D6A-9FD8-BE99A16D2158}" destId="{DF7EFD46-D2DC-4452-81C9-91FE3E0B6FE5}" srcOrd="1" destOrd="0" presId="urn:microsoft.com/office/officeart/2009/3/layout/StepUpProcess"/>
    <dgm:cxn modelId="{611078D4-7A00-4BBB-B3C1-DCC4D78A1AB9}" type="presParOf" srcId="{FB84E45A-8A95-4D6A-9FD8-BE99A16D2158}" destId="{1FB2AC9C-E287-4A70-A9F1-A6B8C1E3D4B4}" srcOrd="2" destOrd="0" presId="urn:microsoft.com/office/officeart/2009/3/layout/StepUpProcess"/>
    <dgm:cxn modelId="{BCC5EB5B-80C7-46A9-A5EC-832C7F1563E5}" type="presParOf" srcId="{6C95F9C2-0FCF-4804-A907-F52525324F18}" destId="{6E33FFF1-82C8-464B-84F0-68D3214B1418}" srcOrd="3" destOrd="0" presId="urn:microsoft.com/office/officeart/2009/3/layout/StepUpProcess"/>
    <dgm:cxn modelId="{B7C9714D-007A-4380-84EB-FA7B27AA4E92}" type="presParOf" srcId="{6E33FFF1-82C8-464B-84F0-68D3214B1418}" destId="{8C411454-0C33-4789-8110-E7B156368073}" srcOrd="0" destOrd="0" presId="urn:microsoft.com/office/officeart/2009/3/layout/StepUpProcess"/>
    <dgm:cxn modelId="{B3071E91-B717-4481-A758-A4EEA4F32D4E}" type="presParOf" srcId="{6C95F9C2-0FCF-4804-A907-F52525324F18}" destId="{366121D9-E503-4EB4-A25C-0E0E799FD001}" srcOrd="4" destOrd="0" presId="urn:microsoft.com/office/officeart/2009/3/layout/StepUpProcess"/>
    <dgm:cxn modelId="{0E48BAA1-762A-469A-949F-99057CE1ACC5}" type="presParOf" srcId="{366121D9-E503-4EB4-A25C-0E0E799FD001}" destId="{735AD349-8E84-435F-A375-4AF1C861D8BD}" srcOrd="0" destOrd="0" presId="urn:microsoft.com/office/officeart/2009/3/layout/StepUpProcess"/>
    <dgm:cxn modelId="{C17CDA43-DD93-40EA-9823-E5B26015083F}" type="presParOf" srcId="{366121D9-E503-4EB4-A25C-0E0E799FD001}" destId="{92E42A88-6A87-48ED-9F71-701A006BB452}" srcOrd="1" destOrd="0" presId="urn:microsoft.com/office/officeart/2009/3/layout/StepUpProcess"/>
    <dgm:cxn modelId="{3F851CFE-0174-4AE3-AAAA-ED1ED46DAD82}" type="presParOf" srcId="{366121D9-E503-4EB4-A25C-0E0E799FD001}" destId="{B929FDA9-420C-46EE-9CB3-61810DA46B67}" srcOrd="2" destOrd="0" presId="urn:microsoft.com/office/officeart/2009/3/layout/StepUpProcess"/>
    <dgm:cxn modelId="{50D46A0D-6FAB-4179-A435-6A260C2914E9}" type="presParOf" srcId="{6C95F9C2-0FCF-4804-A907-F52525324F18}" destId="{A22FD9BB-5375-4E9B-ADC8-022BC7A06149}" srcOrd="5" destOrd="0" presId="urn:microsoft.com/office/officeart/2009/3/layout/StepUpProcess"/>
    <dgm:cxn modelId="{5851151A-5F42-4F90-9E3E-479E9E8E930F}" type="presParOf" srcId="{A22FD9BB-5375-4E9B-ADC8-022BC7A06149}" destId="{8898BBE4-2A6C-4897-B4AC-C73E545D1DE5}" srcOrd="0" destOrd="0" presId="urn:microsoft.com/office/officeart/2009/3/layout/StepUpProcess"/>
    <dgm:cxn modelId="{A51B4ABB-BC99-4C14-A9CE-D6263C81E79F}" type="presParOf" srcId="{6C95F9C2-0FCF-4804-A907-F52525324F18}" destId="{4F9704D7-79F6-4CBB-9B1E-C262B0AF5974}" srcOrd="6" destOrd="0" presId="urn:microsoft.com/office/officeart/2009/3/layout/StepUpProcess"/>
    <dgm:cxn modelId="{ABA164B8-4CD0-4539-935B-3F6AE5B0FF06}" type="presParOf" srcId="{4F9704D7-79F6-4CBB-9B1E-C262B0AF5974}" destId="{CA2359A1-9185-4806-9858-011FD87821EB}" srcOrd="0" destOrd="0" presId="urn:microsoft.com/office/officeart/2009/3/layout/StepUpProcess"/>
    <dgm:cxn modelId="{C4ED0BA4-F441-42A0-85C8-F643E65707D8}" type="presParOf" srcId="{4F9704D7-79F6-4CBB-9B1E-C262B0AF5974}" destId="{70737975-F64E-4346-8CCE-559A6A978016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C9E2E-A10A-4E9E-8431-0AC0A9E1B57F}">
      <dsp:nvSpPr>
        <dsp:cNvPr id="0" name=""/>
        <dsp:cNvSpPr/>
      </dsp:nvSpPr>
      <dsp:spPr>
        <a:xfrm rot="5400000">
          <a:off x="627060" y="2276786"/>
          <a:ext cx="797740" cy="185340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2ED39-7B19-4A79-AC69-0688FC6A50AC}">
      <dsp:nvSpPr>
        <dsp:cNvPr id="0" name=""/>
        <dsp:cNvSpPr/>
      </dsp:nvSpPr>
      <dsp:spPr>
        <a:xfrm>
          <a:off x="240077" y="2968672"/>
          <a:ext cx="1686625" cy="469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Aug-Dec 2024</a:t>
          </a:r>
        </a:p>
      </dsp:txBody>
      <dsp:txXfrm>
        <a:off x="240077" y="2968672"/>
        <a:ext cx="1686625" cy="469622"/>
      </dsp:txXfrm>
    </dsp:sp>
    <dsp:sp modelId="{3BC72377-62FE-414C-9C48-04CA895A305A}">
      <dsp:nvSpPr>
        <dsp:cNvPr id="0" name=""/>
        <dsp:cNvSpPr/>
      </dsp:nvSpPr>
      <dsp:spPr>
        <a:xfrm>
          <a:off x="1727256" y="1614176"/>
          <a:ext cx="473805" cy="47380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39F84-07A3-48B4-9FD0-1E1252F28475}">
      <dsp:nvSpPr>
        <dsp:cNvPr id="0" name=""/>
        <dsp:cNvSpPr/>
      </dsp:nvSpPr>
      <dsp:spPr>
        <a:xfrm rot="5400000">
          <a:off x="2689721" y="1547080"/>
          <a:ext cx="952781" cy="1956405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EFD46-D2DC-4452-81C9-91FE3E0B6FE5}">
      <dsp:nvSpPr>
        <dsp:cNvPr id="0" name=""/>
        <dsp:cNvSpPr/>
      </dsp:nvSpPr>
      <dsp:spPr>
        <a:xfrm>
          <a:off x="2364945" y="2205404"/>
          <a:ext cx="1900174" cy="73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Jan – May 2025</a:t>
          </a:r>
        </a:p>
      </dsp:txBody>
      <dsp:txXfrm>
        <a:off x="2364945" y="2205404"/>
        <a:ext cx="1900174" cy="733742"/>
      </dsp:txXfrm>
    </dsp:sp>
    <dsp:sp modelId="{1FB2AC9C-E287-4A70-A9F1-A6B8C1E3D4B4}">
      <dsp:nvSpPr>
        <dsp:cNvPr id="0" name=""/>
        <dsp:cNvSpPr/>
      </dsp:nvSpPr>
      <dsp:spPr>
        <a:xfrm>
          <a:off x="4130168" y="604655"/>
          <a:ext cx="473805" cy="47380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AD349-8E84-435F-A375-4AF1C861D8BD}">
      <dsp:nvSpPr>
        <dsp:cNvPr id="0" name=""/>
        <dsp:cNvSpPr/>
      </dsp:nvSpPr>
      <dsp:spPr>
        <a:xfrm rot="5400000">
          <a:off x="4911044" y="623158"/>
          <a:ext cx="1057524" cy="171889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2A88-6A87-48ED-9F71-701A006BB452}">
      <dsp:nvSpPr>
        <dsp:cNvPr id="0" name=""/>
        <dsp:cNvSpPr/>
      </dsp:nvSpPr>
      <dsp:spPr>
        <a:xfrm>
          <a:off x="4798724" y="1165039"/>
          <a:ext cx="1723062" cy="730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Jun – Dec 2025</a:t>
          </a:r>
        </a:p>
      </dsp:txBody>
      <dsp:txXfrm>
        <a:off x="4798724" y="1165039"/>
        <a:ext cx="1723062" cy="730088"/>
      </dsp:txXfrm>
    </dsp:sp>
    <dsp:sp modelId="{B929FDA9-420C-46EE-9CB3-61810DA46B67}">
      <dsp:nvSpPr>
        <dsp:cNvPr id="0" name=""/>
        <dsp:cNvSpPr/>
      </dsp:nvSpPr>
      <dsp:spPr>
        <a:xfrm>
          <a:off x="6612793" y="0"/>
          <a:ext cx="473805" cy="47380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359A1-9185-4806-9858-011FD87821EB}">
      <dsp:nvSpPr>
        <dsp:cNvPr id="0" name=""/>
        <dsp:cNvSpPr/>
      </dsp:nvSpPr>
      <dsp:spPr>
        <a:xfrm rot="5400000">
          <a:off x="7665667" y="-248617"/>
          <a:ext cx="879498" cy="2037626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37975-F64E-4346-8CCE-559A6A978016}">
      <dsp:nvSpPr>
        <dsp:cNvPr id="0" name=""/>
        <dsp:cNvSpPr/>
      </dsp:nvSpPr>
      <dsp:spPr>
        <a:xfrm>
          <a:off x="7317945" y="604644"/>
          <a:ext cx="2135671" cy="809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Jan 2026 onwards</a:t>
          </a:r>
        </a:p>
      </dsp:txBody>
      <dsp:txXfrm>
        <a:off x="7317945" y="604644"/>
        <a:ext cx="2135671" cy="809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25D03-95E0-4ACE-B998-7839B5A0831B}" type="datetimeFigureOut">
              <a:rPr lang="en-US" smtClean="0"/>
              <a:t>3/29/25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7EDAC-018E-4E08-8975-77B7069AC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6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3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7EDAC-018E-4E08-8975-77B7069AC4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1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598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6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07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0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7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8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9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6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1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E2795D8-A3ED-4C0B-A415-A49201327070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8A7A39E-F2D4-47C3-A307-B16CF30C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863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3AA2-8A8E-4608-C0EC-83E36C068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Speech &amp; NLP group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0FA94-03BF-897A-F445-4DE947C4C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Sabyasachi Ghosal</a:t>
            </a:r>
          </a:p>
        </p:txBody>
      </p:sp>
      <p:pic>
        <p:nvPicPr>
          <p:cNvPr id="2050" name="Picture 2" descr="IIIT Dharwad Logo">
            <a:extLst>
              <a:ext uri="{FF2B5EF4-FFF2-40B4-BE49-F238E27FC236}">
                <a16:creationId xmlns:a16="http://schemas.microsoft.com/office/drawing/2014/main" id="{CD6CAAB3-6EDC-EFDE-FBE8-F1D41337C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37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ECB8-23AA-C698-DF0A-41662CCD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666621"/>
            <a:ext cx="10058400" cy="917768"/>
          </a:xfrm>
        </p:spPr>
        <p:txBody>
          <a:bodyPr>
            <a:normAutofit/>
          </a:bodyPr>
          <a:lstStyle/>
          <a:p>
            <a:r>
              <a:rPr lang="en-US" sz="3800" b="1" dirty="0"/>
              <a:t>Research Journey &amp; Goals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24BE8E-30F5-C8AB-BB2C-4757C34313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26757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12A406F-05D9-94F5-50B0-8D455D675374}"/>
              </a:ext>
            </a:extLst>
          </p:cNvPr>
          <p:cNvSpPr txBox="1"/>
          <p:nvPr/>
        </p:nvSpPr>
        <p:spPr>
          <a:xfrm>
            <a:off x="1323180" y="5526971"/>
            <a:ext cx="1722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Speaker Verification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4C3D9-EF05-6890-C6A2-CDD849D0C5D4}"/>
              </a:ext>
            </a:extLst>
          </p:cNvPr>
          <p:cNvSpPr txBox="1"/>
          <p:nvPr/>
        </p:nvSpPr>
        <p:spPr>
          <a:xfrm>
            <a:off x="5830886" y="3869711"/>
            <a:ext cx="2427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Comprehensive exam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Research Gap identification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Making a prototype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State of the Art Seminar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Publishing a paper (if possible)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EFE9F-3D72-FB7D-418A-C136B8001443}"/>
              </a:ext>
            </a:extLst>
          </p:cNvPr>
          <p:cNvSpPr txBox="1"/>
          <p:nvPr/>
        </p:nvSpPr>
        <p:spPr>
          <a:xfrm>
            <a:off x="1323181" y="5841048"/>
            <a:ext cx="1808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Edge Based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3E9AE-75FF-4877-65F3-8E4B89E1A54E}"/>
              </a:ext>
            </a:extLst>
          </p:cNvPr>
          <p:cNvSpPr txBox="1"/>
          <p:nvPr/>
        </p:nvSpPr>
        <p:spPr>
          <a:xfrm>
            <a:off x="3417093" y="5673083"/>
            <a:ext cx="1562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Speech LLM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5686C-430A-80D6-DCA1-04C01B4622F2}"/>
              </a:ext>
            </a:extLst>
          </p:cNvPr>
          <p:cNvSpPr txBox="1"/>
          <p:nvPr/>
        </p:nvSpPr>
        <p:spPr>
          <a:xfrm>
            <a:off x="3403597" y="5236529"/>
            <a:ext cx="2246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Edge Based Solutions (Small / Micro LLMs)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6F1354-3E16-7D31-3ED8-C79B2F1FD182}"/>
              </a:ext>
            </a:extLst>
          </p:cNvPr>
          <p:cNvSpPr txBox="1"/>
          <p:nvPr/>
        </p:nvSpPr>
        <p:spPr>
          <a:xfrm>
            <a:off x="3403596" y="4976577"/>
            <a:ext cx="2246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Multimodal Communication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96AED0-3783-8FD1-FF9E-92848A60F395}"/>
              </a:ext>
            </a:extLst>
          </p:cNvPr>
          <p:cNvSpPr/>
          <p:nvPr/>
        </p:nvSpPr>
        <p:spPr>
          <a:xfrm>
            <a:off x="2921793" y="5526971"/>
            <a:ext cx="123824" cy="6372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A26B5B51-1310-02BE-55E3-16961E17BBB9}"/>
              </a:ext>
            </a:extLst>
          </p:cNvPr>
          <p:cNvSpPr/>
          <p:nvPr/>
        </p:nvSpPr>
        <p:spPr>
          <a:xfrm>
            <a:off x="5649910" y="4274494"/>
            <a:ext cx="200024" cy="1457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A73321E-800C-290D-A8B9-33FD8F75DF9A}"/>
              </a:ext>
            </a:extLst>
          </p:cNvPr>
          <p:cNvSpPr/>
          <p:nvPr/>
        </p:nvSpPr>
        <p:spPr>
          <a:xfrm>
            <a:off x="3914775" y="3026455"/>
            <a:ext cx="400050" cy="723900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F54797-7140-8336-753E-AA117E5CA53D}"/>
              </a:ext>
            </a:extLst>
          </p:cNvPr>
          <p:cNvSpPr txBox="1"/>
          <p:nvPr/>
        </p:nvSpPr>
        <p:spPr>
          <a:xfrm>
            <a:off x="3573461" y="2438966"/>
            <a:ext cx="1086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 am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286B9B-2065-B835-F94A-36A4D4593277}"/>
              </a:ext>
            </a:extLst>
          </p:cNvPr>
          <p:cNvSpPr txBox="1"/>
          <p:nvPr/>
        </p:nvSpPr>
        <p:spPr>
          <a:xfrm>
            <a:off x="3403596" y="4706056"/>
            <a:ext cx="2427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Spoken Query in Conversation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6565BF-569C-82C4-7448-188282A83B42}"/>
              </a:ext>
            </a:extLst>
          </p:cNvPr>
          <p:cNvSpPr txBox="1"/>
          <p:nvPr/>
        </p:nvSpPr>
        <p:spPr>
          <a:xfrm>
            <a:off x="8258175" y="3269546"/>
            <a:ext cx="2427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Continuation of Research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…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01C88FE-EC1C-4712-A71E-58BE927FF06B}"/>
              </a:ext>
            </a:extLst>
          </p:cNvPr>
          <p:cNvSpPr/>
          <p:nvPr/>
        </p:nvSpPr>
        <p:spPr>
          <a:xfrm>
            <a:off x="7983535" y="3816405"/>
            <a:ext cx="200024" cy="1457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BFE8D5A-5651-0ACE-7353-A6AABA80A8C9}"/>
              </a:ext>
            </a:extLst>
          </p:cNvPr>
          <p:cNvSpPr/>
          <p:nvPr/>
        </p:nvSpPr>
        <p:spPr>
          <a:xfrm>
            <a:off x="10264775" y="3269546"/>
            <a:ext cx="200024" cy="1457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 descr="IIIT Dharwad Logo">
            <a:extLst>
              <a:ext uri="{FF2B5EF4-FFF2-40B4-BE49-F238E27FC236}">
                <a16:creationId xmlns:a16="http://schemas.microsoft.com/office/drawing/2014/main" id="{BA600771-BC0F-E8DE-1870-8CF671F3F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42" y="6352947"/>
            <a:ext cx="2707758" cy="4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D0874F-97A8-2107-D751-C1A274644DC3}"/>
              </a:ext>
            </a:extLst>
          </p:cNvPr>
          <p:cNvSpPr txBox="1"/>
          <p:nvPr/>
        </p:nvSpPr>
        <p:spPr>
          <a:xfrm>
            <a:off x="3417093" y="5912802"/>
            <a:ext cx="1805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70C0"/>
                </a:solidFill>
              </a:rPr>
              <a:t>Multilingual RAG</a:t>
            </a:r>
          </a:p>
        </p:txBody>
      </p:sp>
    </p:spTree>
    <p:extLst>
      <p:ext uri="{BB962C8B-B14F-4D97-AF65-F5344CB8AC3E}">
        <p14:creationId xmlns:p14="http://schemas.microsoft.com/office/powerpoint/2010/main" val="38055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963B-8AAC-0092-528C-3342C755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64922-030D-CA10-81E7-2600CF9C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interests and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8709-82A1-8AF2-137D-6AE229368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/>
              <a:t>Intelligent Information retrieval from Multi-modal domain(along with RAGS)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Multi-modal Information retrieval in low-footprint systems (edge based systems)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Improving information retrieval from spoken queries to improve personalization </a:t>
            </a:r>
          </a:p>
        </p:txBody>
      </p:sp>
    </p:spTree>
    <p:extLst>
      <p:ext uri="{BB962C8B-B14F-4D97-AF65-F5344CB8AC3E}">
        <p14:creationId xmlns:p14="http://schemas.microsoft.com/office/powerpoint/2010/main" val="16570290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19669</TotalTime>
  <Words>111</Words>
  <Application>Microsoft Macintosh PowerPoint</Application>
  <PresentationFormat>Widescreen</PresentationFormat>
  <Paragraphs>28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</vt:lpstr>
      <vt:lpstr>Retrospect</vt:lpstr>
      <vt:lpstr>Speech &amp; NLP group</vt:lpstr>
      <vt:lpstr>Research Journey &amp; Goals</vt:lpstr>
      <vt:lpstr>Research interests and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&amp; Seminar</dc:title>
  <dc:creator>Ghosal Sabyasachi (MS/EHM-TD-PJ1)</dc:creator>
  <cp:lastModifiedBy>Ghosal Sabyasachi (MS/EHM-TD-PJ1)</cp:lastModifiedBy>
  <cp:revision>1</cp:revision>
  <dcterms:created xsi:type="dcterms:W3CDTF">2025-01-28T00:44:11Z</dcterms:created>
  <dcterms:modified xsi:type="dcterms:W3CDTF">2025-03-29T10:21:22Z</dcterms:modified>
</cp:coreProperties>
</file>